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라인 전체 상황 — 시간·재공·계획·전환·공구를 6개 숫자로 요약합니다.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(soft_cutoff − t) / soft_cutoff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443983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443983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443983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443983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443983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194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9194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9194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9194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9194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6+O×P×K×16])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(OPER×PPK×모델) 격자마다 16채널 — "이 버킷을 지금 잡으면 유효·시급·중복인가"를 알려줍니다.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보상(페이싱·중복커버) 판단의 근거가 되는 핵심 특징입니다.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valid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1[가공 가능]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현재 EQP·재공·공구 제약 통과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72943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972943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 비중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972943"/>
            <a:ext cx="24231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wip/total, wip/ppk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972943"/>
            <a:ext cx="30632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2972943"/>
            <a:ext cx="28346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03853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03853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min_end_time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03853"/>
            <a:ext cx="24231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min(free_at) 정규화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03853"/>
            <a:ext cx="30632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모델 설비가 언제 비나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03853"/>
            <a:ext cx="28346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834764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ch4-7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834764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takt·처리율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834764"/>
            <a:ext cx="24231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throughput, prev/post 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834764"/>
            <a:ext cx="30632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수요·capa 대비 속도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834764"/>
            <a:ext cx="28346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265676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265676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265676"/>
            <a:ext cx="24231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전환 필요]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265676"/>
            <a:ext cx="30632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265676"/>
            <a:ext cx="28346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696587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696587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696587"/>
            <a:ext cx="24231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슬롯 여유]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696587"/>
            <a:ext cx="30632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696587"/>
            <a:ext cx="28346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127498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54480" y="5127498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5127498"/>
            <a:ext cx="24231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달성가능/계획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59" y="5127498"/>
            <a:ext cx="30632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상한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5127498"/>
            <a:ext cx="28346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558408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" y="5558408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71800" y="5558408"/>
            <a:ext cx="24231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다른 EQP 투영커버/need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94959" y="5558408"/>
            <a:ext cx="30632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(보상 redundant와 연동)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5558408"/>
            <a:ext cx="28346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(obs[…+0:…+2])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지금 결정하는 그 설비에만 해당하는 전환 정보 2개.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회피가능 전환 패널티 학습에 직접 쓰입니다.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(obs[…+2:…+6])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동일 셋업 연속·전환 여부 판단의 단서.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