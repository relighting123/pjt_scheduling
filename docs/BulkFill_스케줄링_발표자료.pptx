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정의·SYM_3x3 실측)로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라인 전체 상황 — 시간·재공·계획·전환·공구를 6개 숫자로 요약합니다.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606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176272"/>
            <a:ext cx="3246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2176272"/>
            <a:ext cx="24688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SYM_3x3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min(t / sim_end, 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542032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2542032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(soft_cutoff − t) / soft_cutoff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3017520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3017520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|lot_pool| / 초기 LOT 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493008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493008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Σ완료 / Σ계획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3968496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23960" y="3968496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443983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443983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443983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전환대기 idle 설비 / 전체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4443983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23960" y="4443983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9194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919472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919472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공구 동시가공 사용률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77840" y="4919472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23960" y="4919472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6+O×P×K×16])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(OPER×PPK×모델) 격자마다 16채널 — "이 버킷을 지금 잡으면 유효·시급·중복인가"를 알려줍니다.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보상(페이싱·중복커버) 판단의 근거가 되는 핵심 특징입니다.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606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176272"/>
            <a:ext cx="3246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2176272"/>
            <a:ext cx="24688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SYM_3x3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6060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1[가공 가능]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542032"/>
            <a:ext cx="32461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현재 EQP·재공·공구 제약 통과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2542032"/>
            <a:ext cx="246888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72943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ch1-2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2972943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 비중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72943"/>
            <a:ext cx="26060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wip/total, wip/ppk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2972943"/>
            <a:ext cx="32461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972943"/>
            <a:ext cx="246888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03853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03853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min_end_time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03853"/>
            <a:ext cx="26060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min(free_at) 정규화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403853"/>
            <a:ext cx="32461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모델 설비가 언제 비나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403853"/>
            <a:ext cx="246888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834764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ch4-7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834764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takt·처리율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834764"/>
            <a:ext cx="26060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throughput, prev/post takt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3834764"/>
            <a:ext cx="32461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수요·capa 대비 속도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23960" y="3834764"/>
            <a:ext cx="246888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265676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54480" y="4265676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265676"/>
            <a:ext cx="26060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1[현재 EQP에서 전환 필요]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4265676"/>
            <a:ext cx="32461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23960" y="4265676"/>
            <a:ext cx="246888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96587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554480" y="4696587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696587"/>
            <a:ext cx="26060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1[공구 슬롯 여유]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77840" y="4696587"/>
            <a:ext cx="32461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23960" y="4696587"/>
            <a:ext cx="246888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127498"/>
            <a:ext cx="105156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54480" y="5127498"/>
            <a:ext cx="14173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127498"/>
            <a:ext cx="260604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달성가능/계획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0" y="5127498"/>
            <a:ext cx="324612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상한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823960" y="5127498"/>
            <a:ext cx="2468880" cy="430911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558408"/>
            <a:ext cx="105156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54480" y="5558408"/>
            <a:ext cx="14173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558408"/>
            <a:ext cx="260604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다른 EQP 투영커버/need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77840" y="5558408"/>
            <a:ext cx="324612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(보상 redundant와 연동)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23960" y="5558408"/>
            <a:ext cx="2468880" cy="430911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(obs[…+0:…+2])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지금 결정하는 그 설비에만 해당하는 전환 정보 2개.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회피가능 전환 패널티 학습에 직접 쓰입니다.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606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176272"/>
            <a:ext cx="3246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2176272"/>
            <a:ext cx="24688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SYM_3x3 (Step 1)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542032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2542032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3017520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3017520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(obs[…+2:…+6])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동일 셋업 연속·전환 여부 판단의 단서.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2176272"/>
            <a:ext cx="14173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76272"/>
            <a:ext cx="2606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176272"/>
            <a:ext cx="3246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2176272"/>
            <a:ext cx="24688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SYM_3x3 (Step 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4480" y="2542032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42032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encode(PPK)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2542032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3960" y="2542032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7520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54480" y="3017520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3017520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encode(OPER)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3017520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3017520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4930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54480" y="3493008"/>
            <a:ext cx="14173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93008"/>
            <a:ext cx="2606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encode(EQP)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77840" y="3493008"/>
            <a:ext cx="3246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493008"/>
            <a:ext cx="2468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684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554480" y="3968496"/>
            <a:ext cx="14173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968496"/>
            <a:ext cx="2606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5C6670"/>
                </a:solidFill>
                <a:latin typeface="맑은 고딕"/>
              </a:rPr>
              <a:t>encode(LOT_CD)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77840" y="3968496"/>
            <a:ext cx="324612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23960" y="3968496"/>
            <a:ext cx="246888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19" b="0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