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 정의와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전환 페널티 · 페이싱 · 벌크 블록 보상의 수치 계산 예시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2,412차원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O×P×K×16 + 설비 2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2,412차원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F=16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O×P×K×16 (버킷)  +  2 (현재 설비)  +  4 (직전 맥락)  =  2,412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97480"/>
            <a:ext cx="27432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구성 블록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66160" y="2697480"/>
            <a:ext cx="9144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차원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2697480"/>
            <a:ext cx="685800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주요 내용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154680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66160" y="3154680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60" y="3154680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867912"/>
            <a:ext cx="27432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66160" y="3867912"/>
            <a:ext cx="9144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2,400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3867912"/>
            <a:ext cx="6858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(OPER×PPK×MODEL) 격자의 16개 채널: 유효성·WIP비중·종료시각·처리율·takt·전환필요·공구여유·달성가능비·투영커버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36592"/>
            <a:ext cx="27432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4736592"/>
            <a:ext cx="9144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4736592"/>
            <a:ext cx="6858000" cy="71323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현재 결정 설비의 전환 필요 여부 · 전환 회피가능 정도(0~1)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5449824"/>
            <a:ext cx="27432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66160" y="5449824"/>
            <a:ext cx="9144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200" b="0">
                <a:solidFill>
                  <a:srgbClr val="1B3255"/>
                </a:solidFill>
                <a:latin typeface="맑은 고딕"/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80560" y="5449824"/>
            <a:ext cx="685800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00" b="0">
                <a:solidFill>
                  <a:srgbClr val="5C6670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핵심 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버킷 채널이 제품·공정·설비모델별 "지금 이 버킷을 잡으면 얼마나 유효/시급/중복인가"를 정책에 제공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하여, 전환 회피와 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280160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103120"/>
            <a:ext cx="5212080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21284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78608"/>
            <a:ext cx="489204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57600"/>
            <a:ext cx="105156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892040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206240"/>
            <a:ext cx="2505456" cy="16002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370832"/>
            <a:ext cx="4572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407408"/>
            <a:ext cx="1636776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4956048"/>
            <a:ext cx="2121408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61872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스텝 보상은 아래 항의 합이며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±10 범위로 클리핑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됩니다. (Bulk-Fill 학습 기준 가중치)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3977639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보상 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00600" y="1783080"/>
            <a:ext cx="123444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783080"/>
            <a:ext cx="530352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FFFFFF"/>
                </a:solidFill>
                <a:latin typeface="맑은 고딕"/>
              </a:rPr>
              <a:t>의미 / 발생 조건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전환 패널티  w_conversion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00600" y="2203704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35040" y="2203704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LOT_CD·TEMP 전환(셋업 변경) 1회마다 부과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56916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회피가능 전환  w_avoidable_conversion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00600" y="2756916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−8.0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2756916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다른 무전환 설비가 커버 가능한데도 전환 시 추가 부과(×회피가능비율)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310128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페이싱  w_pacing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3310128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35040" y="3310128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달성가능 상한 기준 선형 takt에 가까워지면 +, 과생산이면 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863339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동일 셋업 연속  w_same_setup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863339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3863339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직전과 제품·공정이 모두 같고 재공이 남아있을 때 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416552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블록 크기 보너스  w_bulk_block_bonus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00600" y="4416552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4416552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큰 블록으로 커밋할수록 + (takt예산 대비 블록 비율)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4969764"/>
            <a:ext cx="3977639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전용 오용 패널티  w_dedication_misuse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800600" y="4969764"/>
            <a:ext cx="123444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35040" y="4969764"/>
            <a:ext cx="5303520" cy="55321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더 전용적인 유휴 설비가 있는데 범용 설비가 그 버킷을 잡으면 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522976"/>
            <a:ext cx="3977639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중복 커버 패널티  w_redundant_cover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00600" y="5522976"/>
            <a:ext cx="123444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ctr"/>
            <a:r>
              <a:rPr sz="115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5522976"/>
            <a:ext cx="5303520" cy="553212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/>
          <a:lstStyle/>
          <a:p>
            <a:pPr algn="l"/>
            <a:r>
              <a:rPr sz="1060" b="0">
                <a:solidFill>
                  <a:srgbClr val="5C6670"/>
                </a:solidFill>
                <a:latin typeface="맑은 고딕"/>
              </a:rPr>
              <a:t>이미 다른 설비가 충분히 덮는 버킷을 또 잡으면 − (전환 유도)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053328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222A33"/>
                </a:solidFill>
                <a:latin typeface="맑은 고딕"/>
              </a:rPr>
              <a:t>위 3개 벌크 전용 항(블록·전용오용·중복커버)은 Bulk-Fill 환경에서만 활성화되어 </a:t>
            </a:r>
            <a:r>
              <a:rPr sz="1180" b="1">
                <a:solidFill>
                  <a:srgbClr val="1B3255"/>
                </a:solidFill>
                <a:latin typeface="맑은 고딕"/>
              </a:rPr>
              <a:t>"큰 블록으로 전담"</a:t>
            </a:r>
            <a:r>
              <a:rPr sz="1180" b="0">
                <a:solidFill>
                  <a:srgbClr val="5C6670"/>
                </a:solidFill>
                <a:latin typeface="맑은 고딕"/>
              </a:rPr>
              <a:t> 행동을 유도합니다.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수치 예시 — 한 스텝의 보상은 이렇게 계산됩니다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97180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971800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2971800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제품·공정 동일, 재공 잔존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35584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페이싱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55848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 ×Δ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355848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takt 목표선에 근접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73989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블록 보너스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739896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 ×(8/8)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739896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= +3.0  (전량 블록)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412394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전환 패널티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123944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0" y="4123944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셋업 변경 없음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50799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4507992"/>
            <a:ext cx="11430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0" y="4507992"/>
            <a:ext cx="2103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다른 설비가 안 덮음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+6 수준의 강한 양(+) 보상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297180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전환 패널티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20" y="2971800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81160" y="2971800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LOT_CD 변경 1회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27648" y="335584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46720" y="3355848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 ×0.7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81160" y="3355848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= −5.6  (커버 가능)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27648" y="373989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중복 커버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739896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 ×비율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81160" y="3739896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이미 덮이는 버킷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12394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블록 보너스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4123944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60" y="4123944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크기 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27648" y="450799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22A33"/>
                </a:solidFill>
                <a:latin typeface="맑은 고딕"/>
              </a:rPr>
              <a:t>동일 셋업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0" y="4507992"/>
            <a:ext cx="12801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81160" y="4507992"/>
            <a:ext cx="2057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셋업이 바뀜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상태·보상 변화 추적 (실제 추론 트레이스)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설비가 전담 블록을 시작(보상 큼), 4~8은 같은 셋업으로 연속 처리. 전환 0회로 달성률이 단조 증가하고 누적 보상이 꾸준히 쌓입니다.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