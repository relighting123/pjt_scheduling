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라인 전체 상황 — 시간·재공·계획·전환·공구를 6개 숫자로 요약합니다.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min(t / sim_end, 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(soft_cutoff − t) / soft_cutoff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|lot_pool| / 초기 LOT 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Σ완료 / Σ계획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443983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443983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443983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전환대기 idle 설비 / 전체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443983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443983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194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9194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919472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공구 동시가공 사용률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919472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919472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6+O×P×K×16])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(OPER×PPK×모델) 격자마다 16채널 — "이 버킷을 지금 잡으면 유효·시급·중복인가"를 알려줍니다.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보상(페이싱·중복커버) 판단의 근거가 되는 핵심 특징입니다.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valid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1[해당 oper·model 조합에 배정 가능한 설비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현재 EQP·재공·공구 제약과 무관하게 이 (공정×모델)이 유효한가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25064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ch1-2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2925064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2925064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wip_q/ΣWIP_전체 ,  wip_q/ΣWIP_동일PPK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925064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2925064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08096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308096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min_end_time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308096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min(free_at, 해당 oper·model 설비군) / sim_end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308096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모델 설비가 가장 빨리 비는 시각(정규화)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308096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691127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691127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throughput_ratio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691127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wip_q / max(간트 최대종료시각, min_end_time + st_per_wafer·wf_unit)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691127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대기 재공 대비 이 모델의 처리완료 예상 밀도 — 높을수록 적체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691127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074160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ch6-7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074160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074160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eff_takt(ppk, 이전/다음공정) / max_takt  ;  eff_takt = max(수요takt, capa takt)·wf_unit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94959" y="4074160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58200" y="4074160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57192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457192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457192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1[현재 EQP에서 이 LOT_CD/TEMP로 전환 필요]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59" y="4457192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4457192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40224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54480" y="4840224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1800" y="4840224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1[공구 교체 불필요 또는 공구 슬롯 여유]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94959" y="4840224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8200" y="4840224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23255"/>
            <a:ext cx="10515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54480" y="5223255"/>
            <a:ext cx="141732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71800" y="5223255"/>
            <a:ext cx="242316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min(min(계획량, 완료+상류WIP) / 계획량,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94959" y="5223255"/>
            <a:ext cx="30632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58200" y="5223255"/>
            <a:ext cx="2834640" cy="3830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06287"/>
            <a:ext cx="10515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54480" y="5606287"/>
            <a:ext cx="141732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71800" y="5606287"/>
            <a:ext cx="242316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min(cover / need, 2) / 2  ;  need=달성상한−완료, cover=타EQP 하루 투영생산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94959" y="5606287"/>
            <a:ext cx="30632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58200" y="5606287"/>
            <a:ext cx="2834640" cy="3830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(obs[…+0:…+2])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지금 결정하는 그 설비에만 해당하는 전환 정보 2개.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회피가능 전환 패널티 학습에 직접 쓰입니다.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(obs[…+2:…+6])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동일 셋업 연속·전환 여부 판단의 단서.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4231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2176272"/>
            <a:ext cx="3063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58200" y="2176272"/>
            <a:ext cx="28346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 산출식 값 (Step 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encode(PPK)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59" y="2542032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2542032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encode(OPER)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3017520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3017520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423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encode(EQP)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59" y="3493008"/>
            <a:ext cx="3063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3493008"/>
            <a:ext cx="28346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4231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encode(LOT_CD)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59" y="3968496"/>
            <a:ext cx="3063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3968496"/>
            <a:ext cx="28346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takt_margin=0.909,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3063239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3063239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584448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84448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584448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105656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4105656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4105656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626864"/>
            <a:ext cx="182880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626864"/>
            <a:ext cx="29260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626864"/>
            <a:ext cx="2011680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48072"/>
            <a:ext cx="182880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5148072"/>
            <a:ext cx="29260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5148072"/>
            <a:ext cx="2011680" cy="52120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PLAN_PROD_KEY,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PLAN_PROD_KEY,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"PLAN_PROD_KEY":"PPK001","OPER_ID":"OPER001",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