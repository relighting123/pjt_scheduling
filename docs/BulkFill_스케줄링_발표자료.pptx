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1,964차원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F=13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O×P×K×13 (버킷)  +  4 (현재 설비)  +  4 (직전 맥락)  =  1,964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1,950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(OPER×PPK×MODEL) 격자 13채널: WIP비중·takt·ST·urgency·전환/공구·달성가능·투영커버·소진시간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251960"/>
            <a:ext cx="5166360" cy="38404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전환 필요 · 회피가능 α · 직전 PPK · 직전 OPER (same_setup 정렬)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4251960"/>
            <a:ext cx="5166360" cy="384048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4개 State 블록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을 항목별 상세(채널 정의·실측 산출식 값)로 설명합니다.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버킷 채널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이 전환 회피·페이싱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54480" y="2212848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71800" y="2212848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59" y="2212848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2212848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4480" y="25786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5786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min(t / sim_end, 1)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59" y="25786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25786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30540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71800" y="30540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(soft_cutoff − t) / soft_cutoff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4959" y="30540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30540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4480" y="3529584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71800" y="3529584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|lot_pool| / 초기 LOT 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94959" y="3529584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58200" y="3529584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4005072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71800" y="4005072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Σ완료 / Σ계획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59" y="4005072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200" y="4005072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54480" y="4480560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71800" y="4480560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전환대기 idle 설비 / 전체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94959" y="4480560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8200" y="4480560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554480" y="4956048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71800" y="4956048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공구 동시가공 사용률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94959" y="4956048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58200" y="4956048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6+O×P×K×13])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(OPER×PPK×모델) 격자마다 13채널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54480" y="2212848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71800" y="2212848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59" y="2212848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2212848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578608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ch0-1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4480" y="2578608"/>
            <a:ext cx="141732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wip_비중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578608"/>
            <a:ext cx="24231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wip_q/ΣWIP_전체 ,  wip_q/ΣWIP_동일PPK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59" y="2578608"/>
            <a:ext cx="3063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 (전체 대비 / 같은 제품 대비)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2578608"/>
            <a:ext cx="28346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0.333/1.0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957576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ch2-3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2957576"/>
            <a:ext cx="141732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71800" y="2957576"/>
            <a:ext cx="24231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eff_takt(ppk, 이전/다음공정) / max_takt  ;  eff_takt = max(수요takt, capa takt)·wf_unit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4959" y="2957576"/>
            <a:ext cx="3063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상류(이전공정)·하류(다음공정) 기준 요구 속도 — 수요 vs 설비capa 중 더 빠듯한 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2957576"/>
            <a:ext cx="28346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prev=0.0, post=0.0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336543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4480" y="3336543"/>
            <a:ext cx="141732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71800" y="3336543"/>
            <a:ext cx="24231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st_per_wafer(ppk, oper, model) / max_arrange_st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94959" y="3336543"/>
            <a:ext cx="3063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(PPK×OPER×MODEL) per-wafer 처리시간(정규화)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58200" y="3336543"/>
            <a:ext cx="28346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715512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3715512"/>
            <a:ext cx="141732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71800" y="3715512"/>
            <a:ext cx="24231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min(gap / T_avail / plan_qty, 1)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59" y="3715512"/>
            <a:ext cx="3063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계획 대비 시간 압박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200" y="3715512"/>
            <a:ext cx="28346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0.001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094480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54480" y="4094480"/>
            <a:ext cx="141732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71800" y="4094480"/>
            <a:ext cx="24231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1[현재 EQP에서 이 LOT_CD/TEMP로 전환 필요]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94959" y="4094480"/>
            <a:ext cx="3063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8200" y="4094480"/>
            <a:ext cx="28346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473448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554480" y="4473448"/>
            <a:ext cx="141732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71800" y="4473448"/>
            <a:ext cx="24231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1[공구 교체 불필요 또는 공구 슬롯 여유]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94959" y="4473448"/>
            <a:ext cx="3063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58200" y="4473448"/>
            <a:ext cx="28346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852416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54480" y="4852416"/>
            <a:ext cx="141732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71800" y="4852416"/>
            <a:ext cx="24231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min(min(계획량, 완료+상류WIP) / 계획량, 1)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94959" y="4852416"/>
            <a:ext cx="3063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가능한 상한 비율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58200" y="4852416"/>
            <a:ext cx="28346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5231384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54480" y="5231384"/>
            <a:ext cx="141732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71800" y="5231384"/>
            <a:ext cx="24231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min(cover / need, 2) / 2  ;  need=달성상한−완료, cover=타EQP 하루 투영생산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94959" y="5231384"/>
            <a:ext cx="3063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— 클수록 다른 설비가 이미 커버 중(회피 유도)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58200" y="5231384"/>
            <a:ext cx="28346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10352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54480" y="5610352"/>
            <a:ext cx="141732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starve_time_norm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71800" y="5610352"/>
            <a:ext cx="24231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wip / (현공정 처리속도 − 전공정 처리속도) / T_avail  if 현공정 &gt; 전공정 else 1.0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94959" y="5610352"/>
            <a:ext cx="3063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안전재공 소진 시간 (몇 시간 후 재공이 말라 안전재공이 사라지는지)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458200" y="5610352"/>
            <a:ext cx="28346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0.121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(obs[…+0:…+4])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지금 결정하는 그 설비의 전환·동일 셋업 맥락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회피가능 전환·same_setup 보상 학습에 직접 쓰입니다.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54480" y="2212848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71800" y="2212848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59" y="2212848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2212848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4480" y="25786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5786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59" y="25786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25786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30540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71800" y="30540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4959" y="30540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30540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eqp[2]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4480" y="3529584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71800" y="3529584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encode(현재 EQP.prev_prod)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94959" y="3529584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PPK (same_setup 판단용)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58200" y="3529584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prev_prod → 정규화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eqp[3]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4005072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71800" y="4005072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encode(현재 EQP.prev_oper)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59" y="4005072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OPER (same_setup 판단용)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200" y="4005072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prev_oper → 정규화 0.0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(obs[…+4:…+8])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라인 전역 직전 배정 맥락.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54480" y="2212848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71800" y="2212848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59" y="2212848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2212848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4480" y="25786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5786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encode(PPK)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59" y="25786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25786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PPK003 → 정규화 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30540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71800" y="30540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encode(OPER)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4959" y="30540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30540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OPER001 → 정규화 0.0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4480" y="3529584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71800" y="3529584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encode(EQP)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94959" y="3529584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58200" y="3529584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EQP003 → 정규화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4005072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71800" y="4005072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encode(LOT_CD)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59" y="4005072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200" y="4005072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takt_margin=0.909,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EQP.prev_prod)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0.111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0.222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887468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4887468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EQP.prev_oper)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5780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6948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8116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78374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5278374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0720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 (Context 계산 기준)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2356  group_global[0] = min(self.current_time / max(self.sim_end, 1),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2357  group_global[1] = min(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2358      max(self.soft_cutoff - self.current_time, 0) / max(self.soft_cutoff, 1), 1.0,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2359  )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current_time=120, sim_end=480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time_norm = min(120 / 480, 1) = 0.25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soft_cutoff=480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takt_margin = min( max(480-120,0) / 480, 1 ) = min(360/480, 1) = 0.75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2323  initial_lot_count = max(len(data["lots"]),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2324  total_plan = max(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2325      sum(p["d0_plan_qty"] for p in data.get("plan", []) if p.get("d0_plan_qty", 0) &gt; 0),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2326      0,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2327  )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2360  group_global[2] = min(len(self.lot_pool) / initial_lot_count,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2361  produced = sum(self.stats["completed_qty"].values())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2362  if total_plan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2363      group_global[3] = min(produced / total_plan,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2364  else: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2365      group_global[3] = min(produced / max(self._initial_wip_total, 1), 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len(lot_pool)=25, initial_lot_count=40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remaining_lots = min(25/40, 1) = 0.625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produced = Σcompleted_qty = 10  (완료 10장)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total_plan = 60  (d0_plan_qty&gt;0인 계획 합)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plan_progress = min(10/60, 1) = 0.1667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remaining_lots = 0.625   /   plan_progress = 0.1667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produced는 '이 (ppk,op) 하나'가 아니라 전체 completed_qty 합 — 계획이 하나뿐인 MINI-A에선 결과가 같다.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2366  conv_eqps = 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2367  for eqp_id, eqp in self.eqps.items():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2368      rem = max(eqp.free_at - self.current_time,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2369      if rem &gt; 0 and eqp.status == "idle" and eqp.prev_lot_cd is not None: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2370          conv_eqps += 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2371  group_global[4] = conv_eqps / max(len(self.eqps),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2372  group_global[5] = min(self._tool_tracker.utilization(), 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EQP001: busy → status!=idle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EQP002: idle, free_at=120=t → rem=max(120-120,0)=0 → rem&gt;0 거짓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EQP003: busy → status!=idle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conv_eqps = 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conv_idle_ratio = 0 / 3 = 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tool_tracker.utilization() = 0.4  (가정값 — 별도 클래스 내부 계산)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tool_util = min(0.4, 1) = 0.4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2159  for key, q in self.get_wip_waiting().items():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2160      ppk_w, op_w = key.split("|",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2161      wip_po[(ppk_w, op_w)] = wip_po.get((ppk_w, op_w), 0.0) +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2162      ppk_wip[ppk_w] = ppk_wip.get(ppk_w, 0.0) +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2163      total_wip +=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2164  total_wip = max(total_wip,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2221  wip_q = wip_po.get((ppk, 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2222  ppk_total = max(ppk_wip.get(ppk, 0.0),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2279  feats[oi, pi, vmis, 0] = wip_q / total_wip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feats[oi, pi, vmis, 1] = wip_q / ppk_total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2390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wip_po[(PPK001,OPER002)] = 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total_wip = 140(PPK001·OPER001) + 15(PPK001·OPER002) + 20(PPK002·OPER001) = 175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ppk_total = ppk_wip[PPK001] = 140+15 = 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wip_ratio_total = 15 / 175 = 0.0857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wip_ratio_ppk   = 15 / 155 = 0.0968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2185  def eff_takt(ppk, op):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2189      lst = arranges_by.get((ppk,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2190      spw = (sum(s for _, s in lst) / len(lst)) if lst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2191      n = max(n_eqp_per_oper.get(op, 0),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2192      cap_takt = (spw / n) if spw is not None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2193      pm = plan_meta.get((ppk,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2194    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2195          q_plan = max(pm["d0_plan_qty"] - completed.get((ppk, op), 0),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2196          demand_takt = T_avail / q_plan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2197          return max(demand_takt, cap_takt)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2198      return cap_takt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2232  ppk_fp = flow_prev.get(ppk,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2233  ppk_fpo = flow_post.get(ppk,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2234  prev_takt = eff_takt(ppk, ppk_fp.get(op)) / max_takt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2235  post_takt = eff_takt(ppk, ppk_fpo.get(op)) / max_takt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93395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8425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eff_takt(PPK001,OPER001): spw=2, n=2 → cap_takt=1 ; 계획없음(중간공정) → eff_takt=1*1=1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eff_takt(PPK001,OPER002): spw=5, n=3 → cap_takt=1.67 ; q_plan=max(60-10,1)=50,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demand_takt=360/50=7.2 → eff_takt=max(7.2,1.67)*1=7.2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max_takt = T_avail*wf_unit = 360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prev_takt=eff_takt(flow_prev=없음)/360=0/360=0.0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post_takt=eff_takt(OPER002)/360=7.2/360=0.02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prev_takt=eff_takt(OPER001)/360=1/360=0.0028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post_takt=eff_takt(flow_post=없음)/360=0/360=0.0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OPER001버킷: prev=0.0, post=0.02   /   OPER002버킷: prev=0.0028, post=0.0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57116"/>
            <a:ext cx="5440680" cy="149504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eff_takt는 '계획을 맞추려면 허용되는 로트당 간격' — 클수록 여유(천천히 만들어도 됨). OPER002(=7.2)가 OPER001(=1)보다 훨씬 여유롭다는 게 OPER001버킷의 post_takt(0.02)로 드러난다.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2126  max_arrange_st = max(data.get("max_arrange_st", 1),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2266      st = st_per_wafer(ppk, op, model)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2269      valid_sts.append(float(st) if st is not None else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feats[oi, pi, vmis, 4] = vsts / max_arrange_st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st_per_wafer(PPK001,OPER002,M1) = 5분/장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max_arrange_st = 전체 (ppk,op,model) 중 최댓값 = 5  (OPER002가 가장 느림)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self_st = 5 / 5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2224  pm = plan_meta.get((ppk,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2225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2226      plan_qty = max(pm["d0_plan_qty"],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2227      gap = max(plan_qty - completed.get((ppk, op), 0),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2228      urgency = min(gap / T_avail / plan_qty,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2285  feats[oi, pi, vmis, 5] = urgency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completed=10 → gap=max(60-10,0)=50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T_avail=360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plan_urgency = min( (50/360)/60, 1 ) = min(0.00231, 1) = 0.0023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2129  lot_cd_idx = data.get("lot_cd_idx",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2130  temp_idx = data.get("temp_idx",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2131  n_lc = max(len(lot_cd_idx),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2132  n_tp = max(len(temp_idx),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2253  lc, tp = self._bucket_lot_cd_temp(ppk,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2254  lc_enc = encode_normalized(lc or None, lot_cd_idx, n_lc)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2255  tp_enc = encode_normalized(tp or None, temp_idx, n_tp)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2286  feats[oi, pi, vmis, 6] = lc_enc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2287  feats[oi, pi, vmis, 7] = tp_enc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이 버킷의 lc="A", tp=None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lot_cd_idx={"B":0,"A":1}, n_lc=2 → lc_enc = encode("A") = 1/(2-1)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temp_idx={} (TEMP 미사용), n_tp=1 → tp_enc = encode(None) = 0.0  (값이 None이라 기본값 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2144  current_eqp_model = eqp_model_map.get(current_eqp) if current_eqp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2205  curr_eqp_in_om: bool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2206      current_eqp is not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2207      and current_eqp_model is not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2208      and current_eqp in self._eqps_by_om.get((op, current_eqp_model), [])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2209  )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2306  if curr_eqp_in_om and current_mi &gt;= 0 and current_mi in valid_mis and lc: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2307      feats[oi, pi, current_mi, 8]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2308          1.0 if self._would_need_conversion(current_eqp, lc, tp)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2309      )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2310      feats[oi, pi, current_mi, 9]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2311          1.0 if not self._needs_tool_swap(current_eqp, lc, tp)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2312          or self._tool_tracker.can_assign(lc, current_eqp)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2313      )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current_eqp=EQP002, EQP002는 (OPER002,M1)에 속함 → curr_eqp_in_om=True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EQP002.prev_lot_cd="B", 이 버킷 lc="A" → would_need_conversion(EQP002,"A",None)=True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needs_conversion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needs_tool_swap(EQP002,"A",None) = False (가정: 공구 교체 불필요)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"not False" = True → OR 조건 만족(뒤 항 평가 불필요)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tool_can_assign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2239  achievable_ratio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2240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2241      plan_qty = max(pm["d0_plan_qty"],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2242      done = completed.get((ppk, op),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2243      reachable = wip_po.get((ppk, 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2244      seen = {op}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2245      prev_op = ppk_fp.get(op)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2246      while prev_op and prev_op not in seen: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2247          seen.add(prev_op)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2248          reachable += wip_po.get((ppk, prev_op),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2249          prev_op = ppk_fp.get(prev_op)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2250      achievable_ratio = min(min(plan_qty, done + reachable) / plan_qty,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2288  feats[oi, pi, vmis, 10] = achievable_ratio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done=10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reachable = wip_po[(PPK001,OPER002)]=15  (자기 자신)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상류(OPER001) 순회: reachable += wip_po[(PPK001,OPER001)]=140  → reachable=155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achievable_ratio = min( min(60, 10+155) / 60, 1 ) = min(60/60, 1)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achievable_ratio (ch10)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상류 재공(140장)이 충분해서 achievable이 plan_qty(60)에 그대로 캡핑됨 — 재공 부족 걱정이 없는 상태.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2277  # 채널 11: 투영 커버 비율 — 다른 장비(current_eqp 제외)가 이 버킷을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2278  # 하루 끝까지 덮는 양 / 남은 필요량. 1에 가까울수록 '이미 덮임' → 회피 유도.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2279  done11 = completed.get((ppk, op),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need11 = max(self._achievable_qty(ppk, op) - done11,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2281  cov11 = self._bucket_projected_cover(ppk, op, exclude_eqp=current_eqp)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2282  feats[oi, pi, vmis, 11] = min(cov11 / need11, 2.0) / 2.0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2084831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9933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_achievable_qty(PPK001,OPER002) = min(60, 10+155) = 60  → need15 = max(60-10,1) = 50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_bucket_projected_cover: EQP002(본인) 제외, prev_prod==PPK001 &amp; prev_oper==OPER002인 '다른' 설비만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EQP001: prev_oper=OPER001 → 불일치,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EQP003: prev_oper=OPER002, prev_prod=PPK001 → 일치! (busy 여부는 이 함수에서 안 봄)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remaining=max(soft_cutoff-t,0)=360, st=5 → 기여 = 360/5 = 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cov15 = 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projected_cover_ratio = min(72/50, 2) / 2 = min(1.44,2)/2 = 0.72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projected_cover_ratio (ch11) = 0.72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507992"/>
            <a:ext cx="5440680" cy="1344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_bucket_projected_cover는 설비의 '지금 busy 여부'를 빼지 않는다(반면 avoidable_frac의 alt_cap 계산은 뺀다) — 같은 '다른 설비 capa' 개념이라도 두 함수가 정밀도가 다르다는 점이 이 코드베이스의 흥미로운 디테일.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2282  # 채널 12: starve_time_normalized (재공 소진 시간)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2283  consume_rate = self._oper_capacity_per_min(ppk,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2284  supply_rate = self._oper_supply_rate(ppk,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2285  if consume_rate &gt; supply_rate: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2286      net_rate = consume_rate - supply_rate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2287      starve_time = wip_q / net_rate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2288      starve_time_norm = min(starve_time / T_avail,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2289  else: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2290      starve_time_norm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2291  feats[oi, pi, vmis, 12] = starve_time_norm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2390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wip_po[(PPK001,OPER002)] = 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consume_rate: EQP001(M1) st=5, EQP002(M1) st=5, EQP003(M1) st=5 (가정) → 3 * (1/5) = 0.6 매/분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supply_rate: 선행 OPER001의 capa = EQP001(M1) st=2, EQP002(M1) st=2 → 2 * (1/2) = 1.0 매/분 (wip존재)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consume_rate(0.6) &lt;= supply_rate(1.0) → starve_time_norm = 1.0 (재공이 마르지 않음)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starve_time_norm (ch12)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공정(OPER002)은 공급 속도가 소비 속도보다 빨라 재공이 마르지 않기 때문에 소진 시간 비율이 최댓값인 1.0이 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eqp[0~1] needs_conversion · avoidable_frac  ·  eqp[2~3] prev_prod · prev_oper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current_eqp=EQP002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2332  eqp_local = np.zeros(4, dtype=np.float32)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2333  current_eqp_id = self._current_eqp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2334  if current_eqp_id and current_eqp_id in self.eqps: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2335      eqp_obj = self.eqps[current_eqp_id]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2336      eqp_local[2] = encode_normalized(eqp_obj.prev_prod, prod_idx, 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2337      eqp_local[3] = encode_normalized(eqp_obj.prev_oper, oper_idx, 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2342      max_avoidable =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2343      for flat in self.get_feasible_ppk_oper(current_eqp_id):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2346          if self._would_need_conversion(current_eqp_id, lc, tp):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2347              eqp_local[0]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2353      eqp_local[1] = max_avoidable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EQP002.prev_prod=PPK002, prev_oper=OPER001 → prev_prod=0/(10-1)=0.0, prev_oper=0/(3-1)=0.0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 feasible 중 (PPK001,OPER002) 전환 필요 → eqp[0]=1.0, avoidable_frac=0.619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needs_conversion=1.0 / avoidable_frac=0.619 / prev_prod=0.0 / prev_oper=0.0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prev_prod/prev_oper는 same_setup 보상(현재 EQP 기준)과 정렬 — 구 ch5 same_ppk(전역) 대체.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eqp[1]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avoidable_frac 상세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2348              av = self._conversion_avoidable_fraction(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2349                  current_eqp_id, ppk_f, oper_f, lc, tp,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2350              )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2352                  max_avoidable = av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2353      eqp_local[1] = max_avoidable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2596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EQP002가 고를 수 있는 feasible 버킷 중 (PPK001,OPER002)는 세팅 A 필요(EQP002는 B) → 전환 필요 → eqp[0]=1.0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계산 (_conversion_avoidable_fraction):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demand = 세팅A 공유 ready WIP 합 = 140(OPER001)+15(OPER002) = 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alt_cap: EQP001 남은가용=max(360-max(320-120,0),0)=160, best_st=2(OPER001) → 160/2=80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EQP003 남은가용=max(360-max(400-120,0),0)=80,  best_st=5(OPER002) → 80/5=16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alt_cap = 80+16 = 96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coverage_frac = min(96/155, 1) = 0.619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residual = max(155-96,0)=59, my_st=5, my_cap=360/5=72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my_run_min = min(72,59)*5 = 295, need=1.0×60=60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short_run_frac = max(0, 1-295/60) = 0  (이미 넉넉히 돌 수 있어 '짧아서 아깝다'는 근거 없음)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= max(0.619, 0) = 0.619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(eqp[0]) = 1.0   /   avoidable_frac (eqp[1])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ctx[0~3] last_ppk · last_oper · last_eqp · last_lot_cd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직전 맥락 (Context) — 직전 배정: EQP003 → PPK001/OPER002/세팅A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2374  context = np.zeros(4, dtype=np.float32)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2375  if self._last_assigned: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2376      la = self._last_assigned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2377      context[0] = encode_normalized(la.get("plan_prod_key"), prod_idx, 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2380      oper_guess =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2381      for ld in data.get("lots", []):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2382          if ld["lot_id"] == la.get("lot_id"):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2383              oper_guess = ld.get("oper_id")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2384              break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2385      context[1] = encode_normalized(oper_guess, oper_idx, 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2386      context[2] = encode_normalized(la.get("eqp_id"), eqp_idx, len(data["eqp_ids"]))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2387      context[3] = encode_normalized(la.get("lot_cd"), lot_cd_idx, max(len(lot_cd_idx), 1))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la = {plan_prod_key:PPK001, lot_id:LOT099, eqp_id:EQP003, lot_cd:A}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prod_idx={PPK002:0,PPK001:1}, P=10 → last_ppk = 1/(10-1) = 0.111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lot_id=LOT099 → data['lots']에서 역추적 → oper_guess=OPER002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oper_idx={OPER001:0,OPER002:1}, O=3 → last_oper = 1/(3-1) = 0.5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eqp_idx={EQP001:0,EQP002:1,EQP003:2} → last_eqp = 2/(3-1)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lot_cd_idx={B:0,A:1} → last_lot_cd = 1/(2-1)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last_ppk=0.111 / last_oper=0.5 / last_eqp=1.0 / last_lot_cd=1.0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oper_guess는 lot_id로 원본 lots 테이블을 뒤져서 찾는다 — 못 찾으면 None → encode 결과 0.0으로 빠진다.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55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56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