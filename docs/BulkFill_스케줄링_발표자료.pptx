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6개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443983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43983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194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9194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9194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9194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9194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16채널 — "이 버킷을 지금 잡으면 유효·시급·중복인가"를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1[해당 oper·model 조합에 배정 가능한 설비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현재 EQP·재공·공구 제약과 무관하게 이 (공정×모델)이 유효한가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25064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25064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25064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925064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925064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08096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308096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min_end_time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308096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min(free_at, 해당 oper·model 설비군) / sim_end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308096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모델 설비가 가장 빨리 비는 시각(정규화)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308096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691127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691127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throughput_ratio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691127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 / max(간트 최대종료시각, min_end_time + st_per_wafer·wf_unit)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691127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대기 재공 대비 이 모델의 처리완료 예상 밀도 — 높을수록 적체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691127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74160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ch6-7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074160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074160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074160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074160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57192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457192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457192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457192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457192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40224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4840224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4840224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59" y="4840224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4840224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23255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223255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223255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59" y="5223255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223255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06287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54480" y="5606287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71800" y="5606287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94959" y="5606287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58200" y="5606287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설비에만 해당하는 전환 정보 2개.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 패널티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(obs[…+2:…+6])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동일 셋업 연속·전환 여부 판단의 단서.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takt_margin=0.909,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3063239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84448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84448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105656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4105656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626864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626864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48072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5148072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b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366" y="1499616"/>
            <a:ext cx="5530506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0~sim_end(480) 축 위에서 지금(t=120)이 어디쯤인지를 두 구간으로 나눠 본다 — 왼쪽(0→t) 길이 비율이 time_norm, 오른쪽(t→soft_cutoff) 길이 비율이 takt_margin이다.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group_global[0] = min(self.current_time / max(self.sim_end, 1),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group_global[1] = min(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    max(self.soft_cutoff - self.current_time, 0) / max(self.soft_cutoff, 1), 1.0,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29860"/>
            <a:ext cx="5440680" cy="13880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b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366" y="1499616"/>
            <a:ext cx="5530506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서로 다른 두 저장고를 나란히 본다 — LOT 풀(25/40 남음)과 계획 달성(10/60 완료). 같은 '진행률'처럼 보여도 분모가 완전히 다른 두 값임을 강조한다.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2331  initial_lot_count = max(len(data["lots"]),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total_plan = max(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    sum(p["d0_plan_qty"] for p in data.get("plan", []) if p.get("d0_plan_qty", 0) &gt; 0),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2334      0,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group_global[2] = min(len(self.lot_pool) / initial_lot_count,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produced = sum(self.stats["completed_qty"].values())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if total_plan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    group_global[3] = min(produced / total_plan,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else: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    group_global[3] = min(produced / max(self._initial_wip_total, 1),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29860"/>
            <a:ext cx="5440680" cy="13880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bs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642" y="1499616"/>
            <a:ext cx="6637954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3대 설비의 t=120분 시점 busy/idle 상태를 간트로 펼쳐 본다 — EQP002가 방금(rem=0) idle이 되어 conv_idle_ratio 카운트에서 빠지는 장면을 직접 확인.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conv_eqps = 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for eqp_id, eqp in self.eqps.items():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rem = max(eqp.free_at - self.current_time,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if rem &gt; 0 and eqp.status == "idle" and eqp.prev_lot_cd is not None: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        conv_eqps += 1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group_global[4] = conv_eqps / max(len(self.eqps),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2373  group_global[5] = min(self._tool_tracker.utilization(),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51424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45938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769510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769510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71846"/>
            <a:ext cx="5440680" cy="104607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valid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446" y="1499616"/>
            <a:ext cx="4948347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(공정, 모델) 조합을 처리할 수 있는 설비가 하나라도 있는지를 연결선으로 본다 — OPER002는 EQP001·EQP002·EQP003 모두와 연결되어 valid_mis가 비지 않는다.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2261  for mi in range(min(K, len(eqp_models))):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2262      model = eqp_models[mi]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2264      if min_end_val is None: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2265          continue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2267      valid_mis.append(mi)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2271  if not valid_mis: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2272      continue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1.0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830275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77541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model M1)을 처리 가능한 설비: EQP001·EQP002·EQP003 → min_end_by_om에 값 존재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valid_mis = [0]  (모델 0번이 유효)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valid_mis가 비어있지 않으므로 continue 없이 진행 → ch0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85539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085539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valid (ch0)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87875"/>
            <a:ext cx="5440680" cy="17300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이 (op,model) 조합을 처리할 수 있는 설비가 하나도 없으면 valid_mis가 비어 continue → 그 모델 축은 0으로 남는다.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 wip_ratio_total  ·  ch2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446" y="1499616"/>
            <a:ext cx="4948347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175장짜리 팹 전체 WIP 막대 안에서 이 버킷(15장)의 위치와, PPK001만 따로 뗀 155장 막대 안에서의 위치를 나란히 비교한다 — 분모가 다르면 비율도 달라진다.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total_wip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feats[oi, pi, vmis, 2] = wip_q / ppk_total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343253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28838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598517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98517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ch1 = 0.0857   /   ch2 = 0.0968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00853"/>
            <a:ext cx="5440680" cy="121706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분모가 다르다: ch1은 '팹 전체 WIP', ch2는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ch3 min_end_time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2763" y="1499616"/>
            <a:ext cx="5041712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(OPER002,M1)을 처리 가능한 3대의 free_at을 막대로 나란히 비교한다 — EQP002(120)가 가장 짧아 min_end_time이 곧 'EQP002는 지금 당장 비어있다'는 신호가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2139  min_end_by_om: Dict[tuple, int] = {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2140      key: min(self.eqps[e].free_at for e in eqp_list)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2141      for key, eqp_list in self._eqps_by_om.items()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2142  }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2268      valid_ends.append(float(min_end_val))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2297  feats[oi, pi, vmis, 3] = np.minimum(vends / sim_end_norm,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830275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77541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M1)의 free_at들: EQP001=320, EQP002=120, EQP003=400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min_end_by_om[(OPER002,M1)] = min(320,120,400) = 120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sim_end_norm = max(sim_end,1) = 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min_end_time = min(120/480, 1) = 0.25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85539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085539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min_end_time (ch3) = 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87875"/>
            <a:ext cx="5440680" cy="17300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EQP002 자신이 idle(free_at=120)이라 min이 EQP002로 잡힌다 — '이 모델은 지금 당장도 비어있다'는 신호.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throughput_ratio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991" y="1499616"/>
            <a:ext cx="5223256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이 버킷만 보면 125(=min_end_time+처리시간)에 끝나 보이지만, 팹 전체에서 가장 늦게 끝나는 스케줄(320)이 분모를 눌러버리는 모습을 두 막대로 비교한다.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2166  max_gantt_end = max((r["END_TM"] for r in self.schedule), default=0)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2167  T_avail = max(self.soft_cutoff - self.current_time,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2168  max_takt = max(T_avail * wf_unit,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    feats[oi, pi, vmis, 8] = vsts / max_arrange_st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2299      proc_full_arr = vsts * wf_unit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2300      denom_arr = np.maximum(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2301          np.maximum(float(max_gantt_end), vends + proc_full_arr), 1.0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2302      )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2303      feats[oi, pi, vmis, 4] = max(wip_q, 0.0) / denom_arr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max_gantt_end = 320  (EQP001이 지금 처리 중인 bar의 종료시각, 스케줄 중 최대)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vends(min_end_time, raw) = 120, st_per_wafer=5, wf_unit=1 → proc_full=5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denom = max(320, 120+5) = max(320,125) = 320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throughput_ratio = max(15,0) / 320 = 0.0469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throughput_ratio (ch4) = 0.0469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29860"/>
            <a:ext cx="5440680" cy="13880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분모가 '이미 스케줄된 최대 종료시각(320)'에 눌려있다 — 이 버킷만 보면 100+5=125인데 실제론 다른 바가 더 길어서 320이 쓰인다.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same_ppk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239" y="1499616"/>
            <a:ext cx="5008760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직전 배정 PPK와 이 버킷의 PPK를 카드 두 장으로 맞대어 본다 — 둘 다 PPK001이면 same=1.0(일치), 다른 제품이었다면 0.0(불일치)이 됐을 것이다.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2170  last_ppk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2171      self._last_assigned.get("plan_prod_key") if self._last_assigned else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2172  )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2229  same = 1.0 if ppk == last_ppk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5] = same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77724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_last_assigned.plan_prod_key = "PPK001"  (직전 배정)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ppk = "PPK001"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same = 1[PPK001 == PPK001]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32503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032503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same_ppk (ch5)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34840"/>
            <a:ext cx="544068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이 채널이 곧 Reward의 same_setup(+1.0) 판정과 같은 재료(PPK 일치 여부)를 미리 State로 보여주는 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prev_takt  ·  ch7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6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446" y="1499616"/>
            <a:ext cx="4948347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PPK001의 공정 흐름 OPER001→OPER002를 화살표로 그리고, 각 공정의 eff_takt(여유도)를 노드 위에 적어 두 버킷(OPER001 버킷 / OPER002 버킷)이 서로 다른 prev/post_takt를 갖는 이유를 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2027224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972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282488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282488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684824"/>
            <a:ext cx="5440680" cy="533095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752" y="1499616"/>
            <a:ext cx="4237736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OPER001(2분/장)과 OPER002(5분/장)의 장당 가공시간을 막대로 비교한다 — OPER002가 이 예시의 최댓값이라 정규화하면 self_st=1.0(가장 느린 공정)이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feats[oi, pi, vmis, 8] = vsts / max_arrange_st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77724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32503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032503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self_st (ch8)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34840"/>
            <a:ext cx="544068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ch9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371" y="1499616"/>
            <a:ext cx="4730496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같은 gap=50이라도 남은 시간(T_avail)이 360일 때와 30일 때 urgency 게이지가 얼마나 달라지는지 두 게이지를 나란히 비교한다 — 시간이 줄면 12배 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9] = urgency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77724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32503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032503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plan_urgency (ch9) = 0.0023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34840"/>
            <a:ext cx="544068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wip_lot_cd  ·  ch11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0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775" y="1499616"/>
            <a:ext cx="5023688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LOT_CD 인덱스({B:0,A:1})와 TEMP 인덱스(미사용) 위에 이 버킷의 값(A, 없음)을 점으로 찍어 encode_normalized가 0~1 스케일 위 어디로 보내는지 눈으로 확인한다.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10] = lc_enc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11] = tp_enc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001267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94640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56531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56531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wip_lot_cd (ch10) = 1.0   /   wip_temp (ch11) = 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658868"/>
            <a:ext cx="5440680" cy="15590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ch11의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needs_conversion  ·  ch13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2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775" y="1499616"/>
            <a:ext cx="5023688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EQP002의 현재 세팅(B)과 이 버킷이 요구하는 세팅(A)을 맞대어 불일치(✗)를 보여주고, 그래도 공구는 바로 배정 가능(✓)하다는 두 번째 판정을 나란히 카드로 정리한다.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2307      feats[oi, pi, current_mi, 12]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2310      feats[oi, pi, current_mi, 13]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51424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45938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769510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769510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needs_conversion (ch12) = 1.0   /   tool_can_assign (ch13)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71846"/>
            <a:ext cx="5440680" cy="104607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ch14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978" y="1499616"/>
            <a:ext cx="4759283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완료(10)+자기 WIP(15)+상류 OPER001 WIP(140)를 쌓아가는 누적 막대가 plan_qty=60 기준선을 훌쩍 넘는 모습을 보여준다 — 그래서 achievable_ratio가 1.0으로 캡핑된다.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2288  feats[oi, pi, vmis, 14] = achievable_ratio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427524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achievable_ratio (ch14)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29860"/>
            <a:ext cx="5440680" cy="13880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ch15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775" y="1499616"/>
            <a:ext cx="5023688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current_eqp(EQP002)를 뺀 나머지 설비 중 '이 버킷과 같은 흐름(PPK001·OPER002)'이던 EQP003만 커버량(72)에 반영되고 EQP001은 제외되는 모습을, 필요량(50)과 비교해 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# 채널 15: 투영 커버 비율 — 다른 장비(current_eqp 제외)가 이 버킷을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# 하루 끝까지 덮는 양 / 남은 필요량. 1에 가까울수록 '이미 덮임' → 회피 유도.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done15 = completed.get((ppk, op),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2292  need15 = max(self._achievable_qty(ppk, op) - done15,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2293  cov15 = self._bucket_projected_cover(ppk, op, exclude_eqp=current_eqp)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2294  feats[oi, pi, vmis, 15] = min(cov15 / need15, 2.0) / 2.0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2198217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214335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453481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453481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projected_cover_ratio (ch15) = 0.72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855817"/>
            <a:ext cx="5440680" cy="3621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eqp[0] needs_conversion  ·  eqp[1] avoidable_frac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q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978" y="1499616"/>
            <a:ext cx="4759283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세팅A 수요 155장을 다른 설비가 얼마나 대신 커버할 수 있는지(alt_cap=96) 막대로 쪼개 본다 — 그 몫(62%)이 곧 이 전환을 감행했을 때 손해 보는 avoidable_frac이다.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2340  eqp_local = np.zeros(2, dtype=np.float32)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2341  current_eqp_id = self._current_eqp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2342  if current_eqp_id and current_eqp_id in self.eqps: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2343      max_avoidable =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2344      for flat in self.get_feasible_ppk_oper(current_eqp_id):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2345          ppk_f, oper_f = self.ppk_oper_from_flat(flat)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2346          lc, tp = self._bucket_lot_cd_temp(ppk_f, oper_f)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2347          if self._would_need_conversion(current_eqp_id, lc, tp):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2348              eqp_local[0] = 1.0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2349              av = self._conversion_avoidable_fraction(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2350                  current_eqp_id, ppk_f, oper_f, lc, tp,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2351              )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2352              if av &gt; max_avoidable: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2353                  max_avoidable = av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2354      eqp_local[1] = max_avoidable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20482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993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303520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303520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705856"/>
            <a:ext cx="5440680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446" y="1499616"/>
            <a:ext cx="4948347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3657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직전 배정 레코드(PPK001·OPER002·EQP003·세팅A) 카드 4장이 각자의 인덱스맵을 거쳐 0~1 스케일 위 어느 지점으로 인코딩되는지를 화살표로 연결해 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5486400" cy="3017520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273552"/>
            <a:ext cx="5266944" cy="28712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context = np.zeros(4, dtype=np.float32)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if self._last_assigned: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la = self._last_assigned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2378      context[0] = encode_normalized(la.get("plan_prod_key"), prod_idx, 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oper_guess =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for ld in data.get("lots", []):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if ld["lot_id"] == la.get("lot_id"):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oper_guess = ld.get("oper_id")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        break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context[1] = encode_normalized(oper_guess, oper_idx, O)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context[2] = encode_normalized(la.get("eqp_id"), eqp_idx, len(data["eqp_ids"]))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2388      context[3] = encode_normalized(la.get("lot_cd"), lot_cd_idx, max(len(lot_cd_idx), 1))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907792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5440680" cy="151424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255264"/>
            <a:ext cx="5184648" cy="145938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769510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769510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71846"/>
            <a:ext cx="5440680" cy="104607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58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