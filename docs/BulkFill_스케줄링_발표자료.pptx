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1[해당 oper·model 조합에 배정 가능한 설비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제약과 무관하게 이 (공정×모델)이 유효한가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25064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25064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25064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25064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25064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08096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308096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308096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min(free_at, 해당 oper·model 설비군) / sim_end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308096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가장 빨리 비는 시각(정규화)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308096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91127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691127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throughput_ratio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691127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 / max(간트 최대종료시각, min_end_time + st_per_wafer·wf_unit)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691127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대기 재공 대비 이 모델의 처리완료 예상 밀도 — 높을수록 적체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691127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74160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ch6-7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074160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074160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074160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074160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57192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457192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57192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457192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457192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0224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4840224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4840224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4840224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4840224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3255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223255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223255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223255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223255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06287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54480" y="5606287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5606287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94959" y="5606287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5606287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063239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84448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05656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4105656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626864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48072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5148072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2331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2373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valid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2261  for mi in range(min(K, len(eqp_models))):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2262      model = eqp_models[mi]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2264      if min_end_val is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2265         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2267      valid_mis.append(mi)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2271  if not valid_mis: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2272      continue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model M1)을 처리 가능한 설비: EQP001·EQP002·EQP003 → min_end_by_om에 값 존재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valid_mis = [0]  (모델 0번이 유효)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valid_mis가 비어있지 않으므로 continue 없이 진행 → ch0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valid (ch0)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(op,model) 조합을 처리할 수 있는 설비가 하나도 없으면 valid_mis가 비어 continue → 그 모델 축은 0으로 남는다.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 wip_ratio_total  ·  ch2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feats[oi, pi, vmis, 2]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ch1 = 0.0857   /   ch2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ch1은 '팹 전체 WIP', ch2는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ch3 min_end_time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2139  min_end_by_om: Dict[tuple, int] = 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2140      key: min(self.eqps[e].free_at for e in eqp_list)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2141      for key, eqp_list in self._eqps_by_om.items()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2142 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2263      min_end_val = min_end_by_om.get((op, model))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2268      valid_ends.append(float(min_end_val))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2297  feats[oi, pi, vmis, 3] = np.minimum(vends / sim_end_norm,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(OPER002, M1)의 free_at들: EQP001=320, EQP002=120, EQP003=400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min_end_by_om[(OPER002,M1)] = min(320,120,400) = 120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sim_end_norm = max(sim_end,1) = 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min_end_time = min(120/480, 1) = 0.25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min_end_time (ch3) =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EQP002 자신이 idle(free_at=120)이라 min이 EQP002로 잡힌다 — '이 모델은 지금 당장도 비어있다'는 신호.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throughput_ratio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2166  max_gantt_end = max((r["END_TM"] for r in self.schedule), default=0)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2167  T_avail = max(self.soft_cutoff - self.current_time,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2168  max_takt = max(T_avail * wf_unit,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    feats[oi, pi, vmis, 8] = vsts / max_arrange_st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2299      proc_full_arr = vsts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2300      denom_arr = np.maximum(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2301          np.maximum(float(max_gantt_end), vends + proc_full_arr),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2302      )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2303      feats[oi, pi, vmis, 4] = max(wip_q, 0.0) / denom_arr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max_gantt_end = 320  (EQP001이 지금 처리 중인 bar의 종료시각, 스케줄 중 최대)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vends(min_end_time, raw) = 120, st_per_wafer=5, wf_unit=1 → proc_full=5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denom = max(320, 120+5) = max(320,125) = 320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throughput_ratio = max(15,0) / 320 = 0.0469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throughput_ratio (ch4) = 0.0469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'이미 스케줄된 최대 종료시각(320)'에 눌려있다 — 이 버킷만 보면 100+5=125인데 실제론 다른 바가 더 길어서 320이 쓰인다.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same_ppk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2170  last_ppk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2171      self._last_assigned.get("plan_prod_key") if self._last_assigned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2172  )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2229  same = 1.0 if ppk == last_ppk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5] = same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_last_assigned.plan_prod_key = "PPK001"  (직전 배정)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ppk = "PPK001"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same = 1[PPK001 == PPK001]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same_ppk (ch5)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채널이 곧 Reward의 same_setup(+1.0) 판정과 같은 재료(PPK 일치 여부)를 미리 State로 보여주는 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prev_takt  ·  ch7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2298  feats[oi, pi, vmis, 8]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(ch8)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ch9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9]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(ch9)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wip_lot_cd  ·  ch11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10]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11]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(ch10) = 1.0   /   wip_temp (ch11)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ch11의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needs_conversion  ·  ch13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12]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13]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(ch12) = 1.0   /   tool_can_assign (ch13)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ch14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14]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ch15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# 채널 15: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done15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2292  need15 = max(self._achievable_qty(ppk, op) - done15,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2293  cov15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2294  feats[oi, pi, vmis, 15] = min(cov15 / need15,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(ch15)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eqp[0] needs_conversion  ·  eqp[1] avoidable_frac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2340  eqp_local = np.zeros(2,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2341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2344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2345          ppk_f, oper_f = self.ppk_oper_from_flat(flat)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lc, tp = self._bucket_lot_cd_temp(ppk_f, oper_f)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2351              )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if av &gt; max_avoidable: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2354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2378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2388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