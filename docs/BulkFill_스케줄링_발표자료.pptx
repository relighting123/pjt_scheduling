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전환 페널티 · 페이싱 · 벌크 블록 보상의 수치 계산 예시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수치 예시 — 한 스텝의 보상은 이렇게 계산됩니다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971800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971800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제품·공정 동일, 재공 잔존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페이싱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55848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 ×Δ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355848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takt 목표선에 근접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739896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 ×(8/8)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739896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+3.0  (전량 블록)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123944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123944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 변경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507992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4507992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다른 설비가 안 덮음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+6 수준의 강한 양(+) 보상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2971800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LOT_CD 변경 1회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764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355848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 ×0.7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355848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−5.6  (커버 가능)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764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739896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 ×비율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3739896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이미 덮이는 버킷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123944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123944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764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4507992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81160" y="4507992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셋업이 바뀜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