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6개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443983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43983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194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9194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9194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9194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9194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16채널 — "이 버킷을 지금 잡으면 유효·시급·중복인가"를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1[해당 oper·model 조합에 배정 가능한 설비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현재 EQP·재공·공구 제약과 무관하게 이 (공정×모델)이 유효한가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25064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25064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25064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925064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925064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08096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308096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min_end_time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308096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min(free_at, 해당 oper·model 설비군) / sim_end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308096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모델 설비가 가장 빨리 비는 시각(정규화)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308096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691127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691127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throughput_ratio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691127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 / max(간트 최대종료시각, min_end_time + st_per_wafer·wf_unit)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691127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대기 재공 대비 이 모델의 처리완료 예상 밀도 — 높을수록 적체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691127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74160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ch6-7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074160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074160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074160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074160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57192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457192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457192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457192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457192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40224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4840224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4840224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59" y="4840224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4840224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23255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223255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223255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59" y="5223255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223255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06287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54480" y="5606287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71800" y="5606287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94959" y="5606287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58200" y="5606287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설비에만 해당하는 전환 정보 2개.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 패널티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(obs[…+2:…+6])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동일 셋업 연속·전환 여부 판단의 단서.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takt_margin=0.909,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3063239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84448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84448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105656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4105656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626864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626864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48072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5148072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 — 모두 model M1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— ① 시간 진행 (Time Progress)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b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343" y="1499616"/>
            <a:ext cx="9130552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70591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6693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0~sim_end(480분) 축을 t=120 지점에서 둘로 나눈다. 왼쪽 구간(0→t) 길이의 비율이 time_norm=0.25, 오른쪽 구간(t→soft_cutoff) 길이의 비율이 takt_margin=0.75다. 이 예시처럼 sim_end와 soft_cutoff이 같은 값(480)이면 두 지표가 마치 'takt_margin=1-time_norm'인 것처럼 보이지만, 실제로는 서로 다른 변수(sim_end vs soft_cutoff)라 분모가 달라지면 이 관계가 깨진다.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0556"/>
            <a:ext cx="5486400" cy="27230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3708"/>
            <a:ext cx="5266944" cy="25767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group_global[0] = min(self.current_time / max(self.sim_end, 1),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group_global[1] = min(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    max(self.soft_cutoff - self.current_time, 0) / max(self.soft_cutoff, 1), 1.0,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540556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595420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767681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767681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70017"/>
            <a:ext cx="5440680" cy="109362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— ② 재공·계획 진행 (WIP &amp; Plan Progress)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b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426" y="1499616"/>
            <a:ext cx="9678386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왼쪽은 LOT 풀(25/40 남음 → remaining_lots=0.625), 오른쪽은 계획 달성(10/60 완료 → plan_progress=0.1667)을 채움 비율 막대로 나란히 비교한다. 둘 다 '진행률'처럼 보이지만 분모가 전혀 다르다 — 왼쪽 분모는 '시뮬레이션 시작 시점의 초기 LOT 개수(40)', 오른쪽 분모는 '이 계획(plan)의 목표 수량(60)'이라 서로 독립적으로 움직인다.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2331  initial_lot_count = max(len(data["lots"]),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total_plan = max(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    sum(p["d0_plan_qty"] for p in data.get("plan", []) if p.get("d0_plan_qty", 0) &gt; 0),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2334      0,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group_global[2] = min(len(self.lot_pool) / initial_lot_count,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produced = sum(self.stats["completed_qty"].values())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if total_plan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    group_global[3] = min(produced / total_plan,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else: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    group_global[3] = min(produced / max(self._initial_wip_total, 1),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623206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623206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25542"/>
            <a:ext cx="5440680" cy="1238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— ③ 설비·공구 가동 현황 (Equipment &amp; Tool Utilization)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bs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642" y="1499616"/>
            <a:ext cx="6637954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3대 설비의 t=120분 시점 busy/idle 상태를 간트 띠로 펼쳐, conv_idle_ratio(전환대기 idle 설비 비율)와 tool_util(공구 동시가공 사용률)이 어느 순간을 가리키는지 본다. EQP002는 지금 막(rem=0) idle이 되었기 때문에 '전환 buffer 중'으로 카운트되지 않고 conv_eqps 집계에서 빠진다 — 코드의 rem&gt;0 조건이 이 배제를 만드는 지점이다.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conv_eqps = 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for eqp_id, eqp in self.eqps.items():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rem = max(eqp.free_at - self.current_time,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if rem &gt; 0 and eqp.status == "idle" and eqp.prev_lot_cd is not None: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        conv_eqps += 1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group_global[4] = conv_eqps / max(len(self.eqps),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2373  group_global[5] = min(self._tool_tracker.utilization(),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151424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145938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965191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965191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367527"/>
            <a:ext cx="544068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valid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① 적합성·가용성 (Feasibility)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902" y="1499616"/>
            <a:ext cx="10111435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70591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6693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OPER001/OPER002 각각을 처리할 수 있는 '설비 모델(model)'이 있는지를 연결선으로 본다. 여기서 '설비'는 개별 EQP가 아니라 모델(model) 그룹 단위다 — MINI-A는 EQP001·EQP002·EQP003을 모두 model M1 하나로 묶어 단순화했지만, 실제 데이터에는 model이 여러 개 있을 수 있다. 그리고 valid는 PPK와 무관하다: min_end_by_om 사전이 (OPER,model) 두 값만으로 키를 만들기 때문에, PPK001 버킷이든 다른 PPK의 OPER002 버킷이든 같은 model이 있다면 valid는 항상 같다.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0556"/>
            <a:ext cx="5486400" cy="27230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3708"/>
            <a:ext cx="5266944" cy="25767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2261  for mi in range(min(K, len(eqp_models))):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2262      model = eqp_models[mi]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2264      if min_end_val is None: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2265          continue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2267      valid_mis.append(mi)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2271  if not valid_mis: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2272      continue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1.0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540556"/>
            <a:ext cx="5440680" cy="830275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595420"/>
            <a:ext cx="5184648" cy="77541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model M1)을 처리 가능한 설비: EQP001·EQP002·EQP003 → min_end_by_om에 값 존재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valid_mis = [0]  (모델 0번 M1이 유효)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valid_mis가 비어있지 않으므로 continue 없이 진행 → ch0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25696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425696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valid (ch0)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28032"/>
            <a:ext cx="5440680" cy="14356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질문: '특정 장비가 처리 가능하면 1인가?' → 정확히는 '개별 장비'가 아니라 '모델(model) 단위'다. 이 (OPER,model) 조합을 처리할 수 있는 model이 하나도 없으면 valid_mis가 비어 continue → 그 모델 축은 0으로 남는다. PPK는 이 판정에 관여하지 않는다.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 wip_ratio_total  ·  ch2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② 재공·부하 (WIP &amp; Load)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398" y="1499616"/>
            <a:ext cx="9154443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70591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6693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175장짜리 팹 전체 WIP 막대 안에서 이 버킷(15장)의 위치와, PPK001만 따로 뗀 155장 막대 안에서의 위치를 나란히 비교한다. 분자(wip_q=15)는 같지만 분모가 다르다 — ch1은 '팹 전체 대비', ch2는 '같은 제품(PPK001) 안에서의 상대적 비중'을 본다. 예를 들어 다른 PPK의 WIP가 갑자기 늘어나면 ch1만 낮아지고 ch2는 그대로다 — 두 채널이 서로 다른 압력 신호를 정책에 동시에 준다.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0556"/>
            <a:ext cx="5486400" cy="27230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3708"/>
            <a:ext cx="5266944" cy="25767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total_wip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feats[oi, pi, vmis, 2] = wip_q / ppk_total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540556"/>
            <a:ext cx="5440680" cy="1343253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595420"/>
            <a:ext cx="5184648" cy="128838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938674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938674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ch1 = 0.0857   /   ch2 = 0.0968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341010"/>
            <a:ext cx="5440680" cy="92262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분모가 다르다: ch1은 '팹 전체 WIP', ch2는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ch3 min_end_time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① 적합성·가용성 (Feasibility)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214" y="1499616"/>
            <a:ext cx="8860810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70591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6693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min_end_by_om은 (OPER, model) 두 값만으로 키를 만드는 사전이라 PPK와는 무관하다 — 그래서 이 막대그래프가 실제로 비교하는 대상은 'PPK001의 OPER002'가 아니라 'OPER002를 처리하는 model M1 설비들(EQP001·EQP002·EQP003)의 free_at'이다. 셋 중 최솟값(EQP002=120)이 min_end_time의 분자가 되며, 이 값은 OPER002를 쓰는 다른 어떤 PPK 버킷에도 그대로 재사용된다.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0556"/>
            <a:ext cx="5486400" cy="27230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3708"/>
            <a:ext cx="5266944" cy="25767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2139  min_end_by_om: Dict[tuple, int] = {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2140      key: min(self.eqps[e].free_at for e in eqp_list)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2141      for key, eqp_list in self._eqps_by_om.items()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2142  }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2268      valid_ends.append(float(min_end_val))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2297  feats[oi, pi, vmis, 3] = np.minimum(vends / sim_end_norm, 1.0)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540556"/>
            <a:ext cx="5440680" cy="830275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595420"/>
            <a:ext cx="5184648" cy="77541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model M1)의 free_at들: EQP001=320, EQP002=120, EQP003=400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min_end_by_om[(OPER002,M1)] = min(320,120,400) = 120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sim_end_norm = max(sim_end,1) = 480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min_end_time = min(120/480, 1) = 0.25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25696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425696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min_end_time (ch3) = 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28032"/>
            <a:ext cx="5440680" cy="14356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질문: 'PPK,OPER002,M1' 아닌가? → 아니다. min_end_by_om의 키는 (OPER,model) 뿐이라 PPK는 관여하지 않는다. EQP002 자신이 idle(free_at=120)이라 min이 EQP002로 잡힌다 — '이 모델은 지금 당장도 비어있다'는 신호.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throughput_ratio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② 재공·부하 (WIP &amp; Load)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392" y="1499616"/>
            <a:ext cx="8204454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85039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8138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분자는 이 버킷의 대기 재공량 wip_q(=15)다. 분모는 두 후보 중 더 큰 값을 쓴다 — ①이 모델이 당장 비는 시각(min_end_time=120)에 처리 1단위 시간(st×wf_unit=5)을 더한 125, ②팹 전체에서 이미 스케줄된 가장 늦은 종료시각 max_gantt_end(=320). 이 예시는 ②가 더 커서 320이 분모로 채택된다. 즉 throughput_ratio는 '대기 물량 대비, 이 라인을 실제로 언제 다시 쓸 수 있는가'를 정규화한 지표다 — 재공이 많아도 팹이 이미 꽉 차 있으면 값이 낮아지고, 재공이 적어도 라인이 한가하면 상대적으로 커진다. 정책이 '지금 투입하면 스루풋을 뽑아낼 여지가 있는 버킷'을 가려내도록 돕기 위해 필요하다.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92424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92424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685032"/>
            <a:ext cx="5486400" cy="2578607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758184"/>
            <a:ext cx="5266944" cy="243230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2166  max_gantt_end = max((r["END_TM"] for r in self.schedule), default=0)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2167  T_avail = max(self.soft_cutoff - self.current_time,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2168  max_takt = max(T_avail * wf_unit,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    feats[oi, pi, vmis, 8] = vsts / max_arrange_st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2299      proc_full_arr = vsts * wf_unit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2300      denom_arr = np.maximum(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2301          np.maximum(float(max_gantt_end), vends + proc_full_arr), 1.0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2302      )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2303      feats[oi, pi, vmis, 4] = max(wip_q, 0.0) / denom_arr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392424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392424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685032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739896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max_gantt_end = 320  (EQP001이 지금 처리 중인 bar의 종료시각, 스케줄 중 최대)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vends(min_end_time, raw) = 120, st_per_wafer=5, wf_unit=1 → proc_full=5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denom = max(320, 120+5) = max(320,125) = 320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15  (분자 = 이 버킷의 대기 재공량, ch1/ch2와 동일한 wip_q)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throughput_ratio = max(15,0) / 320 = 0.0469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912156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912156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throughput_ratio (ch4) = 0.0469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314492"/>
            <a:ext cx="5440680" cy="94914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질문: 분자가 뭐고 왜 필요한가 → 분자는 wip_q(대기 재공)다. 분모가 '이미 스케줄된 최대 종료시각(320)'에 눌려있어, 이 버킷만 보면 125인데 실제론 다른 바가 더 길어서 320이 쓰인다 — 재공 대비 '언제 다시 손댈 수 있는 라인인가'를 알려주는 신호.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same_ppk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④ 연속성·전환 (Continuity &amp; Conversion)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859" y="1499616"/>
            <a:ext cx="10017520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직전 배정 PPK(PPK001)와 이 버킷의 PPK(PPK001)를 카드 두 장으로 맞대어 본다. 같은 제품이면 same=1.0(일치), 다른 제품이었다면 0.0(불일치)이 됐을 것이다. 이 채널은 Reward의 same_setup(+1.0) 판정과 완전히 같은 재료(직전 PPK 일치 여부)를 미리 State로 노출해, 정책이 '전환 없이 이어갈 수 있는 버킷'을 사전에 알아채도록 돕는다.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2170  last_ppk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2171      self._last_assigned.get("plan_prod_key") if self._last_assigned else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2172  )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2229  same = 1.0 if ppk == last_ppk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5] = same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77724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_last_assigned.plan_prod_key = "PPK001"  (직전 배정)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ppk = "PPK001"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same = 1[PPK001 == PPK001]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28185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28185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same_ppk (ch5)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630521"/>
            <a:ext cx="5440680" cy="163311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이 채널이 곧 Reward의 same_setup(+1.0) 판정과 같은 재료(PPK 일치 여부)를 미리 State로 보여주는 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prev_takt  ·  ch7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③ 타이밍·여유 (Pacing &amp; Takt)  · 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6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864" y="1499616"/>
            <a:ext cx="8271510" cy="152704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3108960"/>
            <a:ext cx="11201400" cy="41696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127248"/>
            <a:ext cx="10945368" cy="38039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eff_takt = 설비능력(cap_takt)과 계획수요(demand_takt) 중 더 여유로운 값. OPER002는 demand_takt(7.2)가 더 커서 그쪽을 채택 — 이 차이가 두 버킷의 prev/post_takt(max_takt=360 정규화)에 반대로 나타난다.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99078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599078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91686"/>
            <a:ext cx="5486400" cy="237195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964838"/>
            <a:ext cx="5266944" cy="222564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599078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599078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891686"/>
            <a:ext cx="5440680" cy="1453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946550"/>
            <a:ext cx="5184648" cy="1399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400446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400446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802782"/>
            <a:ext cx="5440680" cy="46085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 flow_prev/flow_post가 없는 끝단 공정은 eff_takt(None)=0.0으로 처리된다.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④ 연속성·전환 (Continuity &amp; Conversion)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730" y="1499616"/>
            <a:ext cx="7637780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OPER001(2분/장)과 OPER002(5분/장)의 장당 가공시간을 막대로 비교한다. self_st는 이 (ppk,op,model)의 가공시간을 전체 (ppk,op,model) 중 최댓값(max_arrange_st)으로 정규화한 값 — 값이 클수록 이 공정이 상대적으로 느리다는 뜻이다. OPER002가 이 예시의 최댓값이라 self_st=1.0 (가장 느린 공정)이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feats[oi, pi, vmis, 8] = vsts / max_arrange_st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77724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28185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28185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self_st (ch8)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630521"/>
            <a:ext cx="5440680" cy="163311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ch9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③ 타이밍·여유 (Pacing &amp; Takt)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123" y="1499616"/>
            <a:ext cx="9460992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같은 gap(=plan_qty-completed=50)이라도 남은 시간(T_avail)이 360일 때와 30일 때 urgency 게이지가 얼마나 달라지는지 두 게이지로 비교한다. urgency = min( (gap/T_avail)/plan_qty, 1 )로, 분모에 T_avail이 들어가기 때문에 시간이 줄면 값이 반비례로 커진다 — 이 예시에서는 12배 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9] = urgency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77724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28185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228185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plan_urgency (ch9) = 0.0023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630521"/>
            <a:ext cx="5440680" cy="163311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wip_lot_cd  ·  ch11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④ 연속성·전환 (Continuity &amp; Conversion)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0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775" y="1499616"/>
            <a:ext cx="9549688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LOT_CD 인덱스({B:0,A:1})와 TEMP 인덱스(이 예시는 미사용) 위에 이 버킷의 값(LOT_CD=A, TEMP=없음)을 점으로 찍어 encode_normalized가 0~1 스케일 위 어디로 보내는지 본다. encode_normalized(값, idx맵, n)은 idx맵에서 값의 순번을 찾아 (n-1)로 나눈다 — 값이 None이거나 idx맵에 없으면 0.0으로 떨어진다.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10] = lc_enc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11] = tp_enc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1001267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94640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452213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452213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wip_lot_cd (ch10) = 1.0   /   wip_temp (ch11) = 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54549"/>
            <a:ext cx="5440680" cy="140909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ch11의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needs_conversion  ·  ch13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④ 연속성·전환 (Continuity &amp; Conversion)  · 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2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775" y="1499616"/>
            <a:ext cx="9549688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EQP002의 현재 세팅(B)과 이 버킷이 요구하는 세팅(A)을 맞대어 불일치를 보여준다(needs_conversion=1.0). tool_can_assign은 OR 조건이다 — '애초에 공구 교체가 필요 없다' 또는 '교체가 필요해도 공구 트래커가 지금 배정 가능하다고 판단' 둘 중 하나만 참이어도 1.0이 된다. 이 예시는 공구 교체가 필요 없다고 가정해 바로 1.0이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2307      feats[oi, pi, current_mi, 12]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2310      feats[oi, pi, current_mi, 13] = 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151424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145938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965191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965191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needs_conversion (ch12) = 1.0   /   tool_can_assign (ch13)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367527"/>
            <a:ext cx="544068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ch14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⑤ 달성·커버리지 (Achievability &amp; Coverage)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083" y="1499616"/>
            <a:ext cx="9047073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완료(10) + 자기 WIP(15) + 상류 OPER001 WIP(140)를 순서대로 쌓아가는 누적 막대가 plan_qty=60 기준선을 훌쩍 넘는 모습을 보여준다. reachable은 이 공정부터 flow_prev 체인을 거슬러 올라가며 wip_po를 더한 값 — 상류 재공이 충분하면 achievable_ratio가 1.0으로 캡핑되어 '계획을 못 채울 걱정은 없다'는 신호를 준다.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2288  feats[oi, pi, vmis, 14] = achievable_ratio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117226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11173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623206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623206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achievable_ratio (ch14) = 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25542"/>
            <a:ext cx="5440680" cy="123809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ch15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— ⑤ 달성·커버리지 (Achievability &amp; Coverage)  · 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775" y="1499616"/>
            <a:ext cx="9549688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70591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6693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current_eqp(EQP002)를 뺀 나머지 설비 중 '직전에 이 버킷과 같은 흐름(prev_prod=PPK001, prev_oper=OPER002)'이던 설비만 커버량에 반영된다 — EQP001은 직전 공정이 OPER001이라 제외되고, EQP003만 포함되어 remaining(=soft_cutoff-t=360)/st(=5)=72를 기여한다. 이 커버량(72)을 남은 필요량(need=50)과 비교해 0.72라는 비율을 얻는다.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0556"/>
            <a:ext cx="5486400" cy="27230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3708"/>
            <a:ext cx="5266944" cy="25767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# 채널 15: 투영 커버 비율 — 다른 장비(current_eqp 제외)가 이 버킷을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# 하루 끝까지 덮는 양 / 남은 필요량. 1에 가까울수록 '이미 덮임' → 회피 유도.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done15 = completed.get((ppk, op), 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2292  need15 = max(self._achievable_qty(ppk, op) - done15, 1.0)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2293  cov15 = self._bucket_projected_cover(ppk, op, exclude_eqp=current_eqp)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2294  feats[oi, pi, vmis, 15] = min(cov15 / need15, 2.0) / 2.0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540556"/>
            <a:ext cx="5440680" cy="1750527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595420"/>
            <a:ext cx="5184648" cy="169566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345948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345948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projected_cover_ratio (ch15) = 0.72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748284"/>
            <a:ext cx="5440680" cy="515355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eqp[0] needs_conversion  ·  eqp[1] avoidable_frac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— 전환 필요성과 회피가능성 (Conversion Need &amp; Avoidability)  · 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q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083" y="1499616"/>
            <a:ext cx="9047073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70591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6693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세팅A를 필요로 하는 총수요 155장(=OPER001 WIP 140 + OPER002 WIP 15)을 다른 설비가 얼마나 대신 커버할 수 있는지 막대로 쪼갠다. alt_cap은 EQP001·EQP003 각각의 '남은 가용시간 / best_st(가장 빠른 처리시간)'을 합산한 값(80+16=96) — 이 몫(96/155=0.619)이 곧 이 전환을 감행했을 때 '사실 다른 설비가 대신할 수 있었던' avoidable_frac이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47948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0556"/>
            <a:ext cx="5486400" cy="27230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3708"/>
            <a:ext cx="5266944" cy="25767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2340  eqp_local = np.zeros(2, dtype=np.float32)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2341  current_eqp_id = self._current_eqp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2342  if current_eqp_id and current_eqp_id in self.eqps: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2343      max_avoidable = 0.0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2344      for flat in self.get_feasible_ppk_oper(current_eqp_id):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2345          ppk_f, oper_f = self.ppk_oper_from_flat(flat)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2346          lc, tp = self._bucket_lot_cd_temp(ppk_f, oper_f)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2347          if self._would_need_conversion(current_eqp_id, lc, tp):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2348              eqp_local[0] = 1.0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2349              av = self._conversion_avoidable_fraction(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2350                  current_eqp_id, ppk_f, oper_f, lc, tp,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2351              )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2352              if av &gt; max_avoidable: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2353                  max_avoidable = av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22A33"/>
                </a:solidFill>
                <a:latin typeface="Courier New"/>
              </a:rPr>
              <a:t>2354      eqp_local[1] = max_avoidable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247948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540556"/>
            <a:ext cx="5440680" cy="1853184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595420"/>
            <a:ext cx="5184648" cy="1798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5448604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5448604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850940"/>
            <a:ext cx="5440680" cy="41269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8229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— 마지막 배정 기록 (Last Assignment Context)  ·  EQP003→PPK001/OPER002/세팅A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188720"/>
            <a:ext cx="36576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A6D8C"/>
                </a:solidFill>
                <a:latin typeface="맑은 고딕"/>
              </a:rPr>
              <a:t>그림으로 먼저 보기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63040"/>
            <a:ext cx="112014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398" y="1499616"/>
            <a:ext cx="9154443" cy="88696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2920" y="2468880"/>
            <a:ext cx="11201400" cy="56144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487168"/>
            <a:ext cx="10945368" cy="524865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4A6D8C"/>
                </a:solidFill>
                <a:latin typeface="맑은 고딕"/>
              </a:rPr>
              <a:t>이 그림은  </a:t>
            </a:r>
            <a:r>
              <a:rPr sz="919" b="0">
                <a:solidFill>
                  <a:srgbClr val="222A33"/>
                </a:solidFill>
                <a:latin typeface="맑은 고딕"/>
              </a:rPr>
              <a:t>직전 배정 레코드(PPK001·OPER002·EQP003·세팅A) 카드 4장이 각자의 인덱스맵을 거쳐 0~1 스케일 위 어느 지점으로 인코딩되는지 화살표로 연결해 본다. last_oper만 예외적으로 lot_id를 통해 data['lots'] 테이블을 역추적해서 oper_id를 알아낸다 — 나머지 세 값은 _last_assigned 레코드에서 바로 꺼낸다.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103473"/>
            <a:ext cx="548640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96081"/>
            <a:ext cx="5486400" cy="2867558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469233"/>
            <a:ext cx="5266944" cy="272125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context = np.zeros(4, dtype=np.float32)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if self._last_assigned: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la = self._last_assigned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2378      context[0] = encode_normalized(la.get("plan_prod_key"), prod_idx, P)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oper_guess = None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for ld in data.get("lots", []):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if ld["lot_id"] == la.get("lot_id"):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oper_guess = ld.get("oper_id")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        break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context[1] = encode_normalized(oper_guess, oper_idx, O)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context[2] = encode_normalized(la.get("eqp_id"), eqp_idx, len(data["eqp_ids"]))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2388      context[3] = encode_normalized(la.get("lot_cd"), lot_cd_idx, max(len(lot_cd_idx), 1))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3103473"/>
            <a:ext cx="544068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396081"/>
            <a:ext cx="5440680" cy="151424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3450945"/>
            <a:ext cx="5184648" cy="145938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965191"/>
            <a:ext cx="544068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965191"/>
            <a:ext cx="54406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367527"/>
            <a:ext cx="544068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919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58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