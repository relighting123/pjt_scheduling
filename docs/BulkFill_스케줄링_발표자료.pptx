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스텝별 State/Action/Reward · 누적 간트 차트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94560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24912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81635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1635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81635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55264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4670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46704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346704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5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7705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77055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77055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407407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07407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407407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846320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59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37759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937759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376672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46811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46811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46811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슬라이드부터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22.0→23.0 (done=1, cover=21.0, wf=1) · 2.5·(22.0−23.0)/8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8·60/1320 = 0.36 · eff: 1.0→2.0 (done=1, cover=0.0, wf=1) · 2.5·(0.64−1.64)/8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8·120/1320 = 0.73 · eff: 2.0→3.0 (done=2, cover=0.0, wf=1) · 2.5·(1.27−2.27)/8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w·1[동일셋업]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1.0·1 = +1.0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w·(|ideal−eff_b|−|ideal−eff_a|)/T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2.5·(0.5−0.3)/8 ≈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w_bulk·min(N/예산,1)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3.0·min(8/8,1) = +3.0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동일 →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w_red·min(cover/need,2)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−10.0·1 = −10.0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7844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w_avoid·α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−8.0·0.7 = −5.6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2764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w_red·min(c/need,2)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764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−5.0·0.4 ≈ −2.0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6679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w_bulk·min(N/B,1)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N=1 →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26679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변경 →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