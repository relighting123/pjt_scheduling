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2356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2323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2324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2325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2326      0,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2327  )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    group_global[3]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group_global[5]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4]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5]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6]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7]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8]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9]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10]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2277  # 채널 11: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2278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done11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need11 = max(self._achievable_qty(ppk, op) - done11,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cov11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11] = min(cov11 / need11,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# 채널 12: starve_time_normalized (재공 소진 시간)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2283  consume_rate = self._oper_capacity_per_min(ppk,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2284  supply_rate = self._oper_supply_rate(ppk,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if consume_rate &gt; supply_rate: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    net_rate = consume_rate - supply_rate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    starve_time = wip_q / net_rate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    starve_time_norm = min(starve_time / T_avail,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    starve_time_norm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feats[oi, pi, vmis, 12] = starve_time_norm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consume_rate: EQP001(M1) st=5, EQP002(M1) st=5, EQP003(M1) st=5 (가정) → 3 * (1/5) = 0.6 매/분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supply_rate: 선행 OPER001의 capa = EQP001(M1) st=2, EQP002(M1) st=2 → 2 * (1/2) = 1.0 매/분 (wip존재)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consume_rate(0.6) &lt;= supply_rate(1.0) → starve_time_norm = 1.0 (재공이 마르지 않음)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eqp_local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    eqp_obj = self.eqps[current_eqp_id]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2336      eqp_local[2] = encode_normalized(eqp_obj.prev_prod,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2337      eqp_local[3] = encode_normalized(eqp_obj.prev_oper,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2374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2380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