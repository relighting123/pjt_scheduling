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 정의와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핵심 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버킷 채널이 제품·공정·설비모델별 "지금 이 버킷을 잡으면 얼마나 유효/시급/중복인가"를 정책에 제공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하여, 전환 회피와 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PLAN_PROD_KEY,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PLAN_PROD_KEY,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"PLAN_PROD_KEY":"PPK001","OPER_ID":"OPER001",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94560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86000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724912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81635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1635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81635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255264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346704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346704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346704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85615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77055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877055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877055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315968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407407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07407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407407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846320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37759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937759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937759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376672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46811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46811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46811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 슬라이드(수식·A/B·실측)로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112014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셋업 변경 없이 같은 제품·공정을 연속 가공하면 +. 전환 비용 회피를 유도.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21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90288"/>
            <a:ext cx="11201400" cy="1298448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10912"/>
            <a:ext cx="108813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4132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112014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ideal = target·min(t,horizon)/horizon, eff = done + cover. takt 목표선에 가까워지면 +.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21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90288"/>
            <a:ext cx="11201400" cy="1298448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10912"/>
            <a:ext cx="108813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4132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112014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달성가능 상한(target) 대비 잔여 gap이 줄면 +. 이미 달성(gap=0)이면 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21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90288"/>
            <a:ext cx="11201400" cy="1298448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10912"/>
            <a:ext cx="108813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4132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112014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큰 블록으로 커밋할수록 +. N=takt 예산 전량이면 최대.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21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90288"/>
            <a:ext cx="11201400" cy="1298448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10912"/>
            <a:ext cx="108813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4132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112014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LOT_CD 또는 TEMP가 바뀌는 전환 1회마다 고정 패널티.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21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90288"/>
            <a:ext cx="11201400" cy="1298448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74920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이 트레이스에서는 전환·전용오용 등이 발생하지 않아 0입니다.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112014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다른 무전환 설비가 커버 가능한데도 전환하면 추가 패널티.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21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90288"/>
            <a:ext cx="11201400" cy="1298448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74920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이 트레이스에서는 전환·전용오용 등이 발생하지 않아 0입니다.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112014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다른 셋업 설비가 horizon 내 need를 이미 덮는 버킷을 또 잡으면 −.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21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90288"/>
            <a:ext cx="11201400" cy="1298448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10912"/>
            <a:ext cx="108813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4132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61872"/>
            <a:ext cx="112014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1120140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범용 설비가 더 전용적인 idle 설비도 가능한 버킷을 잡으면 −.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395728"/>
            <a:ext cx="5532120" cy="2084831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395728"/>
            <a:ext cx="553212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871216"/>
            <a:ext cx="5276088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216" y="3291840"/>
            <a:ext cx="52760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3364992"/>
            <a:ext cx="5129783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90288"/>
            <a:ext cx="11201400" cy="1298448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590288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074920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이 트레이스에서는 전환·전용오용 등이 발생하지 않아 0입니다.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