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 정의와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스텝별 State/Action/Reward · 누적 간트 차트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핵심 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버킷 채널이 제품·공정·설비모델별 "지금 이 버킷을 잡으면 얼마나 유효/시급/중복인가"를 정책에 제공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하여, 전환 회피와 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PLAN_PROD_KEY,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PLAN_PROD_KEY,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"PLAN_PROD_KEY":"PPK001","OPER_ID":"OPER001",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94560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86000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724912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81635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1635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81635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255264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346704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346704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346704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85615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77055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877055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877055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315968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407407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07407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407407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846320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37759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937759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937759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376672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46811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46811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46811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슬라이드부터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(N=6)</a:t>
            </a:r>
          </a:p>
        </p:txBody>
      </p:sp>
      <p:pic>
        <p:nvPicPr>
          <p:cNvPr id="42" name="Picture 41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(N=6)</a:t>
            </a:r>
          </a:p>
        </p:txBody>
      </p:sp>
      <p:pic>
        <p:nvPicPr>
          <p:cNvPr id="42" name="Picture 41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(N=6)</a:t>
            </a:r>
          </a:p>
        </p:txBody>
      </p:sp>
      <p:pic>
        <p:nvPicPr>
          <p:cNvPr id="42" name="Picture 41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단일 배정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-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단일 배정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22.0→23.0 (done=1, cover=21.0, wf=1) · 2.5·(22.0−23.0)/8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단일 배정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-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단일 배정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8·60/1320 = 0.36 · eff: 1.0→2.0 (done=1, cover=0.0, wf=1) · 2.5·(0.64−1.64)/8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단일 배정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-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단일 배정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8·120/1320 = 0.73 · eff: 2.0→3.0 (done=2, cover=0.0, wf=1) · 2.5·(1.27−2.27)/8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8036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880360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w·1[동일셋업]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118104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1.0·1 = +1.0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971800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355848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355848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w·(|ideal−eff_b|−|ideal−eff_a|)/T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593591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2.5·(0.5−0.3)/8 ≈ +0.06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447288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831335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831335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w_bulk·min(N/예산,1)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069079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3.0·min(8/8,1) = +3.0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922775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306823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4306823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w_conv·1[전환]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544567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셋업 동일 →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4398263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782311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782311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w_red·min(cover/need,2)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5020055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873751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+6 수준의 강한 양(+) 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288036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2880360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w_conv·1[전환]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3118104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−10.0·1 = −10.0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78440" y="2971800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3355848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3355848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w_avoid·α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3593591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−8.0·0.7 = −5.6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78440" y="3447288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27648" y="3831335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26679" y="3831335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w_red·min(c/need,2)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7648" y="4069079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−5.0·0.4 ≈ −2.0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78440" y="3922775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4306823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6679" y="4306823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w_bulk·min(N/B,1)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4544567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N=1 →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4398263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4782311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26679" y="4782311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w·1[동일]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5020055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셋업 변경 → 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4873751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