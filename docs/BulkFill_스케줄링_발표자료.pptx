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1,813차원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5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1,813차원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F=12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5 (전역)  +  O×P×K×12 (버킷)  +  4 (현재 설비)  +  4 (직전 맥락)  =  1,813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1,800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 12채널: WIP비중·takt·ST·urgency·전환/공구·달성가능·투영커버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(obs[0:5])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라인 전체 상황 — 시간·재공·계획·전환·공구를 5개 숫자로 요약합니다.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443983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443983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443983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443983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443983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(obs[5 : 5+O×P×K×12])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(OPER×PPK×모델) 격자마다 12채널 — "이 버킷을 지금 잡으면 시급·전환·중복인가"를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wip_q/ΣWIP_전체 ,  wip_q/ΣWIP_동일PPK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72943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972943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72943"/>
            <a:ext cx="24231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eff_takt(ppk, 이전/다음공정) / max_takt  ;  eff_takt = max(수요takt, capa takt)·wf_unit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972943"/>
            <a:ext cx="30632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2972943"/>
            <a:ext cx="28346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03853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03853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03853"/>
            <a:ext cx="24231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st_per_wafer(ppk, oper, model) / max_arrange_st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03853"/>
            <a:ext cx="30632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03853"/>
            <a:ext cx="28346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834764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834764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834764"/>
            <a:ext cx="24231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min(gap / T_avail / plan_qty, 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834764"/>
            <a:ext cx="30632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834764"/>
            <a:ext cx="28346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265676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265676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265676"/>
            <a:ext cx="24231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이 LOT_CD/TEMP로 전환 필요]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265676"/>
            <a:ext cx="30632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265676"/>
            <a:ext cx="28346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696587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696587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696587"/>
            <a:ext cx="24231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교체 불필요 또는 공구 슬롯 여유]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696587"/>
            <a:ext cx="30632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696587"/>
            <a:ext cx="28346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127498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54480" y="5127498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5127498"/>
            <a:ext cx="24231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min(min(계획량, 완료+상류WIP) / 계획량, 1)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59" y="5127498"/>
            <a:ext cx="30632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5127498"/>
            <a:ext cx="28346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558408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5558408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558408"/>
            <a:ext cx="24231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min(cover / need, 2) / 2  ;  need=달성상한−완료, cover=타EQP 하루 투영생산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94959" y="5558408"/>
            <a:ext cx="30632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558408"/>
            <a:ext cx="28346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2344  group_global[0] = min(self.current_time / max(self.sim_end, 1),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takt_margin(obs[1])은 time_norm과 중복되어 제거됨.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obs[1] remaining_lots  ·  obs[2]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2331  initial_lot_count = max(len(data["lots"]),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total_plan = max(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    sum(p["d0_plan_qty"] for p in data.get("plan", []) if p.get("d0_plan_qty", 0) &gt; 0),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2334      0,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group_global[1] = min(len(self.lot_pool) / initial_lot_count,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produced = sum(self.stats["completed_qty"].values())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if total_plan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    group_global[2] = min(produced / total_plan,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    group_global[2] = min(produced / max(self._initial_wip_total, 1),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obs[3] conv_idle_ratio  ·  obs[4]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conv_eqps =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for eqp_id, eqp in self.eqps.items():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rem = max(eqp.free_at - self.current_time,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if rem &gt; 0 and eqp.status == "idle" and eqp.prev_lot_cd is not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        conv_eqps +=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group_global[3] = conv_eqps / max(len(self.eqps),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2373  group_global[4] = min(self._tool_tracker.utilization(),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wip_q / total_wip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ppk_total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8425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4] = vsts / max_arrange_st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5] = urgency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6] = lc_enc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7] = tp_enc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2307      feats[oi, pi, current_mi, 8]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2310      feats[oi, pi, current_mi, 9]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feats[oi, pi, vmis, 10] = achievable_ratio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# 채널 15: 투영 커버 비율 — 다른 장비(current_eqp 제외)가 이 버킷을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# 하루 끝까지 덮는 양 / 남은 필요량. 1에 가까울수록 '이미 덮임' → 회피 유도.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done15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2292  need15 = max(self._achievable_qty(ppk, op) - done15,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2293  cov15 = self._bucket_projected_cover(ppk, op, exclude_eqp=current_eqp)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2294  feats[oi, pi, vmis, 11] = min(cov11 / need11, 2.0) /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9933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2320  eqp_local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2321  current_eqp_id = self._current_eqp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2322  if current_eqp_id and current_eqp_id in self.eqps: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2323      eqp_obj = self.eqps[current_eqp_id]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2324      eqp_local[2] = encode_normalized(eqp_obj.prev_prod,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2325      eqp_local[3] = encode_normalized(eqp_obj.prev_oper,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2330      max_avoidable =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2331      for flat in self.get_feasible_ppk_oper(current_eqp_id):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        if self._would_need_conversion(current_eqp_id, lc, tp):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            eqp_local[0]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2341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EQP002.prev_prod=PPK002, prev_oper=OPER001 → prev_prod=0/(10-1)=0.0, prev_oper=0/(3-1)=0.0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 feasible 중 (PPK001,OPER002) 전환 필요 → eqp[0]=1.0, avoidable_frac=0.619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2349              av = self._conversion_avoidable_fraction(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2350                  current_eqp_id, ppk_f, oper_f, lc, tp,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2351              )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2352              if av &gt; max_avoidable: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            max_avoidable = av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2354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2596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context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if self._last_assigned: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la = self._last_assigned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2378      context[0] = encode_normalized(la.get("plan_prod_key"),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oper_guess =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for ld in data.get("lots", []):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if ld["lot_id"] == la.get("lot_id"):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oper_guess = ld.get("oper_id")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        break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context[1] = encode_normalized(oper_guess,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context[2] = encode_normalized(la.get("eqp_id"), eqp_idx, len(data["eqp_ids"]))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2388      context[3] = encode_normalized(la.get("lot_cd"), lot_cd_idx, max(len(lot_cd_idx), 1))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obs[2]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obs[2]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obs[2]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obs[2]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obs[2]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obs[2]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