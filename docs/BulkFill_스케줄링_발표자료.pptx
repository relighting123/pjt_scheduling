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스텝별 State/Action/Reward · 누적 간트 차트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94560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86000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724912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81635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1635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81635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255264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34670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46704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346704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5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77055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77055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77055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315968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407407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07407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407407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846320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37759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937759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937759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376672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46811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46811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46811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슬라이드부터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캐리어 연속 커밋)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6캐리어 한번에 연속 점유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캐리어 연속 커밋)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캐리어 연속 커밋)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6캐리어 한번에 연속 점유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캐리어 연속 커밋)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캐리어 연속 커밋)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6캐리어 한번에 연속 점유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캐리어 연속 커밋)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(2/6 · 같은 셋업·장비 점유)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배정 (동일 블록)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(2/6 · 같은 셋업·장비 점유)</a:t>
            </a:r>
          </a:p>
        </p:txBody>
      </p:sp>
      <p:pic>
        <p:nvPicPr>
          <p:cNvPr id="44" name="Picture 43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22.0→23.0 (done=1, cover=21.0, wf=1) · 2.5·(22.0−23.0)/8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(2/6 · 같은 셋업·장비 점유)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배정 (동일 블록)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(2/6 · 같은 셋업·장비 점유)</a:t>
            </a:r>
          </a:p>
        </p:txBody>
      </p:sp>
      <p:pic>
        <p:nvPicPr>
          <p:cNvPr id="44" name="Picture 43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8·60/1320 = 0.36 · eff: 1.0→2.0 (done=1, cover=0.0, wf=1) · 2.5·(0.64−1.64)/8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(3/6 · 같은 셋업·장비 점유)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배정 (동일 블록)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(3/6 · 같은 셋업·장비 점유)</a:t>
            </a:r>
          </a:p>
        </p:txBody>
      </p:sp>
      <p:pic>
        <p:nvPicPr>
          <p:cNvPr id="44" name="Picture 43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8·120/1320 = 0.73 · eff: 2.0→3.0 (done=2, cover=0.0, wf=1) · 2.5·(1.27−2.27)/8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8036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880360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w·1[동일셋업]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118104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1.0·1 = +1.0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971800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355848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355848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w·(|ideal−eff_b|−|ideal−eff_a|)/T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593591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2.5·(0.5−0.3)/8 ≈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447288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831335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831335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w_bulk·min(N/예산,1)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069079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3.0·min(8/8,1) = +3.0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922775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306823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4306823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w_conv·1[전환]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544567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셋업 동일 →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398263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782311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782311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w_red·min(cover/need,2)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020055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873751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288036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2880360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w_conv·1[전환]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3118104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−10.0·1 = −10.0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78440" y="2971800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3355848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3355848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w_avoid·α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3593591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−8.0·0.7 = −5.6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3447288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27648" y="3831335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79" y="3831335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w_red·min(c/need,2)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7648" y="4069079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−5.0·0.4 ≈ −2.0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3922775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4306823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6679" y="4306823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w_bulk·min(N/B,1)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4544567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N=1 →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4398263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4782311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26679" y="4782311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w·1[동일]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5020055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셋업 변경 →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4873751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