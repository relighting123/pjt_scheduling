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1,964차원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F=13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O×P×K×13 (버킷)  +  4 (현재 설비)  +  4 (직전 맥락)  =  1,964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1,950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(OPER×PPK×MODEL) 격자 13채널: WIP비중·takt·ST·urgency·전환/공구·달성가능·투영커버·소진시간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51960"/>
            <a:ext cx="5166360" cy="38404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251960"/>
            <a:ext cx="5166360" cy="384048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212848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212848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2212848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212848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25786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5786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25786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5786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30540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30540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(soft_cutoff − t) / soft_cutoff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59" y="30540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0540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4480" y="3529584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3529584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94959" y="3529584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3529584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40050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40050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40050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40050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54480" y="4480560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71800" y="4480560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94959" y="4480560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4480560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554480" y="4956048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71800" y="4956048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59" y="4956048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4956048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6+O×P×K×13])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(OPER×PPK×모델) 격자마다 13채널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212848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212848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2212848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212848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2578608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578608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wip_q/ΣWIP_전체 ,  wip_q/ΣWIP_동일PPK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2578608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578608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2957576"/>
            <a:ext cx="141732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2957576"/>
            <a:ext cx="24231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eff_takt(ppk, 이전/다음공정) / max_takt  ;  eff_takt = max(수요takt, capa takt)·wf_unit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59" y="2957576"/>
            <a:ext cx="3063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2957576"/>
            <a:ext cx="28346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4480" y="3336543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3336543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st_per_wafer(ppk, oper, model) / max_arrange_st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94959" y="3336543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3336543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715512"/>
            <a:ext cx="141732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3715512"/>
            <a:ext cx="24231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min(gap / T_avail / plan_qty, 1)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3715512"/>
            <a:ext cx="3063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3715512"/>
            <a:ext cx="28346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54480" y="4094480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71800" y="4094480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이 LOT_CD/TEMP로 전환 필요]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94959" y="4094480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4094480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554480" y="4473448"/>
            <a:ext cx="141732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71800" y="4473448"/>
            <a:ext cx="24231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교체 불필요 또는 공구 슬롯 여유]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59" y="4473448"/>
            <a:ext cx="3063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4473448"/>
            <a:ext cx="28346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54480" y="4852416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71800" y="4852416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min(min(계획량, 완료+상류WIP) / 계획량, 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94959" y="4852416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58200" y="4852416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54480" y="5231384"/>
            <a:ext cx="141732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71800" y="5231384"/>
            <a:ext cx="24231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min(cover / need, 2) / 2  ;  need=달성상한−완료, cover=타EQP 하루 투영생산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94959" y="5231384"/>
            <a:ext cx="3063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58200" y="5231384"/>
            <a:ext cx="28346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54480" y="5610352"/>
            <a:ext cx="141732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71800" y="5610352"/>
            <a:ext cx="24231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 / (현공정 처리속도 − 전공정 처리속도) / T_avail  if 현공정 &gt; 전공정 else 1.0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94959" y="5610352"/>
            <a:ext cx="3063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5610352"/>
            <a:ext cx="28346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212848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212848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2212848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212848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25786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5786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25786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5786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30540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30540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59" y="30540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0540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4480" y="3529584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3529584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94959" y="3529584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3529584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40050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40050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40050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40050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2212848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212848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2212848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212848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25786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5786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25786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5786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30540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30540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59" y="30540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30540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4480" y="3529584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3529584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94959" y="3529584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3529584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40050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40050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40050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40050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2356  group_global[0] = min(self.current_time / max(self.sim_end, 1),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2357  group_global[1] = min(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2358      max(self.soft_cutoff - self.current_time, 0) / max(self.soft_cutoff, 1), 1.0,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2359  )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2323  initial_lot_count = max(len(data["lots"]),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2324  total_plan = max(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2325      sum(p["d0_plan_qty"] for p in data.get("plan", []) if p.get("d0_plan_qty", 0) &gt; 0),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2326      0,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2327  )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2360  group_global[2] = min(len(self.lot_pool) / initial_lot_count,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produced = sum(self.stats["completed_qty"].values())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if total_plan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    group_global[3] = min(produced / total_plan,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    group_global[3] = min(produced / max(self._initial_wip_total, 1),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conv_eqps =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for eqp_id, eqp in self.eqps.items():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    rem = max(eqp.free_at - self.current_time,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if rem &gt; 0 and eqp.status == "idle" and eqp.prev_lot_cd is not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    conv_eqps +=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group_global[4] = conv_eqps / max(len(self.eqps),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group_global[5] = min(self._tool_tracker.utilization(),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wip_q / total_wip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ppk_total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8425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4] = vsts / max_arrange_st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5] = urgency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6] = lc_enc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7] = tp_enc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2307      feats[oi, pi, current_mi, 8]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2310      feats[oi, pi, current_mi, 9]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feats[oi, pi, vmis, 10] = achievable_ratio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2277  # 채널 11: 투영 커버 비율 — 다른 장비(current_eqp 제외)가 이 버킷을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2278  # 하루 끝까지 덮는 양 / 남은 필요량. 1에 가까울수록 '이미 덮임' → 회피 유도.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done11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need11 = max(self._achievable_qty(ppk, op) - done11,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2281  cov11 = self._bucket_projected_cover(ppk, op, exclude_eqp=current_eqp)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feats[oi, pi, vmis, 11] = min(cov11 / need11, 2.0) /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9933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(ch11)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# 채널 12: starve_time_normalized (재공 소진 시간)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2283  consume_rate = self._oper_capacity_per_min(ppk,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2284  supply_rate = self._oper_supply_rate(ppk,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if consume_rate &gt; supply_rate: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    net_rate = consume_rate - supply_rate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    starve_time = wip_q / net_rate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    starve_time_norm = min(starve_time / T_avail,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    starve_time_norm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feats[oi, pi, vmis, 12] = starve_time_norm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consume_rate: EQP001(M1) st=5, EQP002(M1) st=5, EQP003(M1) st=5 (가정) → 3 * (1/5) = 0.6 매/분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supply_rate: 선행 OPER001의 capa = EQP001(M1) st=2, EQP002(M1) st=2 → 2 * (1/2) = 1.0 매/분 (wip존재)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consume_rate(0.6) &lt;= supply_rate(1.0) → starve_time_norm = 1.0 (재공이 마르지 않음)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starve_time_norm (ch12)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공정(OPER002)은 공급 속도가 소비 속도보다 빨라 재공이 마르지 않기 때문에 소진 시간 비율이 최댓값인 1.0이 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eqp_local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current_eqp_id = self._current_eqp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if current_eqp_id and current_eqp_id in self.eqps: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    eqp_obj = self.eqps[current_eqp_id]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2336      eqp_local[2] = encode_normalized(eqp_obj.prev_prod,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2337      eqp_local[3] = encode_normalized(eqp_obj.prev_oper,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2342      max_avoidable =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2343      for flat in self.get_feasible_ppk_oper(current_eqp_id):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2346          if self._would_need_conversion(current_eqp_id, lc, tp):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2347              eqp_local[0]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EQP002.prev_prod=PPK002, prev_oper=OPER001 → prev_prod=0/(10-1)=0.0, prev_oper=0/(3-1)=0.0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 feasible 중 (PPK001,OPER002) 전환 필요 → eqp[0]=1.0, avoidable_frac=0.619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2348              av = self._conversion_avoidable_fraction(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2349                  current_eqp_id, ppk_f, oper_f, lc, tp,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2350              )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2352                  max_avoidable = av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2596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2374  context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if self._last_assigned: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    la = self._last_assigned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context[0] = encode_normalized(la.get("plan_prod_key"),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2380      oper_guess =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for ld in data.get("lots", []):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    if ld["lot_id"] == la.get("lot_id"):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    oper_guess = ld.get("oper_id")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break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context[1] = encode_normalized(oper_guess,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context[2] = encode_normalized(la.get("eqp_id"), eqp_idx, len(data["eqp_ids"]))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context[3] = encode_normalized(la.get("lot_cd"), lot_cd_idx, max(len(lot_cd_idx), 1))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