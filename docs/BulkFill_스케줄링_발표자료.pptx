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 정의와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스텝별 State/Action/Reward · 누적 간트 차트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2,412차원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O×P×K×16 + 설비 2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2,412차원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F=16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O×P×K×16 (버킷)  +  2 (현재 설비)  +  4 (직전 맥락)  =  2,412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80"/>
            <a:ext cx="27432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구성 블록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697480"/>
            <a:ext cx="9144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차원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97480"/>
            <a:ext cx="68580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주요 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54680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154680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867912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867912"/>
            <a:ext cx="914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2,400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867912"/>
            <a:ext cx="6858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(OPER×PPK×MODEL) 격자의 16개 채널: 유효성·WIP비중·종료시각·처리율·takt·전환필요·공구여유·달성가능비·투영커버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36592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4736592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36592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현재 결정 설비의 전환 필요 여부 · 전환 회피가능 정도(0~1)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49824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5449824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449824"/>
            <a:ext cx="6858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핵심 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버킷 채널이 제품·공정·설비모델별 "지금 이 버킷을 잡으면 얼마나 유효/시급/중복인가"를 정책에 제공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하여, 전환 회피와 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PLAN_PROD_KEY,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PLAN_PROD_KEY,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"PLAN_PROD_KEY":"PPK001","OPER_ID":"OPER001",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94560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8600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86000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86000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724912"/>
            <a:ext cx="10515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816352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816352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816352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255264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346704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346704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346704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785615"/>
            <a:ext cx="10515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877055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877055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877055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315968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407407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407407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407407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846320"/>
            <a:ext cx="10515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937759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937759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937759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376672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468112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468112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468112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슬라이드부터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(N=6)</a:t>
            </a:r>
          </a:p>
        </p:txBody>
      </p:sp>
      <p:pic>
        <p:nvPicPr>
          <p:cNvPr id="42" name="Picture 41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53312"/>
            <a:ext cx="5532120" cy="1786901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502920" y="4160520"/>
            <a:ext cx="1120140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4160520"/>
            <a:ext cx="112014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Reward  r = +2.83   ·   누적 Σr = +2.83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544568"/>
            <a:ext cx="11201400" cy="12344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5800" y="4681728"/>
            <a:ext cx="26060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5528" y="47548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8" y="5074920"/>
            <a:ext cx="2377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4681728"/>
            <a:ext cx="26060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93008" y="47548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5074920"/>
            <a:ext cx="2377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80760" y="4681728"/>
            <a:ext cx="26060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0488" y="47548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90488" y="5074920"/>
            <a:ext cx="2377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897880"/>
            <a:ext cx="11201400" cy="43891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5897880"/>
            <a:ext cx="10881360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계산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페이싱 -0.31 + 계획 달성 +0.14 + 블록 보너스 +3.00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(N=6)</a:t>
            </a:r>
          </a:p>
        </p:txBody>
      </p:sp>
      <p:pic>
        <p:nvPicPr>
          <p:cNvPr id="42" name="Picture 41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53312"/>
            <a:ext cx="5532120" cy="1786901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502920" y="4160520"/>
            <a:ext cx="1120140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4160520"/>
            <a:ext cx="112014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Reward  r = +2.83   ·   누적 Σr = +5.66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544568"/>
            <a:ext cx="11201400" cy="12344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5800" y="4681728"/>
            <a:ext cx="26060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5528" y="47548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8" y="5074920"/>
            <a:ext cx="2377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4681728"/>
            <a:ext cx="26060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93008" y="47548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5074920"/>
            <a:ext cx="2377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80760" y="4681728"/>
            <a:ext cx="26060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0488" y="47548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90488" y="5074920"/>
            <a:ext cx="2377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897880"/>
            <a:ext cx="11201400" cy="43891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5897880"/>
            <a:ext cx="10881360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계산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페이싱 -0.31 + 계획 달성 +0.14 + 블록 보너스 +3.00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(N=6)</a:t>
            </a:r>
          </a:p>
        </p:txBody>
      </p:sp>
      <p:pic>
        <p:nvPicPr>
          <p:cNvPr id="42" name="Picture 41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53312"/>
            <a:ext cx="5532120" cy="1786901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502920" y="4160520"/>
            <a:ext cx="1120140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4160520"/>
            <a:ext cx="112014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Reward  r = +2.83   ·   누적 Σr = +8.49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544568"/>
            <a:ext cx="11201400" cy="12344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5800" y="4681728"/>
            <a:ext cx="26060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5528" y="47548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8" y="5074920"/>
            <a:ext cx="2377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4681728"/>
            <a:ext cx="26060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93008" y="47548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5074920"/>
            <a:ext cx="2377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80760" y="4681728"/>
            <a:ext cx="26060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0488" y="47548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90488" y="5074920"/>
            <a:ext cx="2377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897880"/>
            <a:ext cx="11201400" cy="43891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5897880"/>
            <a:ext cx="10881360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계산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페이싱 -0.31 + 계획 달성 +0.14 + 블록 보너스 +3.00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단일 배정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-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단일 배정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53312"/>
            <a:ext cx="5532120" cy="1786901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502920" y="4160520"/>
            <a:ext cx="1120140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4160520"/>
            <a:ext cx="112014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Reward  r = +0.83   ·   누적 Σr = +9.32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544568"/>
            <a:ext cx="11201400" cy="12344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5800" y="4681728"/>
            <a:ext cx="26060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5528" y="47548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8" y="5074920"/>
            <a:ext cx="2377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4681728"/>
            <a:ext cx="26060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93008" y="47548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5074920"/>
            <a:ext cx="2377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80760" y="4681728"/>
            <a:ext cx="26060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0488" y="47548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90488" y="5074920"/>
            <a:ext cx="2377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897880"/>
            <a:ext cx="11201400" cy="43891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5897880"/>
            <a:ext cx="10881360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계산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동일 셋업 +1.00 + 페이싱 -0.31 + 계획 달성 +0.14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단일 배정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-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단일 배정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53312"/>
            <a:ext cx="5532120" cy="1786901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502920" y="4160520"/>
            <a:ext cx="1120140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4160520"/>
            <a:ext cx="112014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Reward  r = +0.83   ·   누적 Σr = +10.98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544568"/>
            <a:ext cx="11201400" cy="12344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5800" y="4681728"/>
            <a:ext cx="26060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5528" y="47548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8" y="5074920"/>
            <a:ext cx="2377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4681728"/>
            <a:ext cx="26060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93008" y="47548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5074920"/>
            <a:ext cx="2377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80760" y="4681728"/>
            <a:ext cx="26060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0488" y="47548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90488" y="5074920"/>
            <a:ext cx="2377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897880"/>
            <a:ext cx="11201400" cy="43891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5897880"/>
            <a:ext cx="10881360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계산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동일 셋업 +1.00 + 페이싱 -0.31 + 계획 달성 +0.14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단일 배정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-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단일 배정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53312"/>
            <a:ext cx="5532120" cy="1786901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502920" y="4160520"/>
            <a:ext cx="1120140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4160520"/>
            <a:ext cx="112014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Reward  r = +0.83   ·   누적 Σr = +12.64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544568"/>
            <a:ext cx="11201400" cy="12344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5800" y="4681728"/>
            <a:ext cx="26060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5528" y="47548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8" y="5074920"/>
            <a:ext cx="2377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4681728"/>
            <a:ext cx="26060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93008" y="47548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5074920"/>
            <a:ext cx="2377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80760" y="4681728"/>
            <a:ext cx="26060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0488" y="475488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90488" y="5074920"/>
            <a:ext cx="2377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897880"/>
            <a:ext cx="11201400" cy="43891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5897880"/>
            <a:ext cx="10881360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계산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동일 셋업 +1.00 + 페이싱 -0.31 + 계획 달성 +0.14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97180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971800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971800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제품·공정 동일, 재공 잔존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35584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페이싱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55848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 ×Δ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355848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takt 목표선에 근접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73989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블록 보너스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739896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 ×(8/8)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739896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= +3.0  (전량 블록)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12394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전환 패널티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123944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4123944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셋업 변경 없음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50799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507992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4507992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다른 설비가 안 덮음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+6 수준의 강한 양(+) 보상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297180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전환 패널티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2971800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81160" y="2971800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LOT_CD 변경 1회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27648" y="335584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3355848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 ×0.7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3355848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= −5.6  (커버 가능)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27648" y="373989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중복 커버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3739896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 ×비율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1160" y="3739896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이미 덮이는 버킷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12394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블록 보너스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4123944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60" y="4123944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27648" y="450799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동일 셋업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46720" y="4507992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81160" y="4507992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셋업이 바뀜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설비가 전담 블록을 시작(보상 큼), 4~8은 같은 셋업으로 연속 처리. 전환 0회로 달성률이 단조 증가하고 누적 보상이 꾸준히 쌓입니다.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