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상세(항목별 예시) ·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2,412차원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O×P×K×16 + 설비 2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2,412차원 Box 벡터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입니다.  (O=3, P=10, K=5, 버킷 채널 F=16 기준)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O×P×K×16 (버킷)  +  2 (현재 설비)  +  4 (직전 맥락)  =  2,412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97480"/>
            <a:ext cx="27432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구성 블록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0" y="2697480"/>
            <a:ext cx="9144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차원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697480"/>
            <a:ext cx="68580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주요 내용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154680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3154680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3154680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867912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60" y="3867912"/>
            <a:ext cx="914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2,400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867912"/>
            <a:ext cx="68580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(OPER×PPK×MODEL) 격자의 16개 채널: 유효성·WIP비중·종료시각·처리율·takt·전환필요·공구여유·달성가능비·투영커버 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36592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현재 설비 (EQP local)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4736592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736592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현재 결정 설비의 전환 필요 여부 · 전환 회피가능 정도(0~1)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449824"/>
            <a:ext cx="27432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직전 맥락 (Context)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66160" y="5449824"/>
            <a:ext cx="914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5449824"/>
            <a:ext cx="6858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직전 배정의 PPK · OPER · EQP · LOT_CD (정규화 인덱스)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다음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4개 State 블록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을 항목별 상세(채널 정의·실측 산출식 값)로 설명합니다.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버킷 채널</a:t>
            </a:r>
            <a:r>
              <a:rPr sz="1250" b="0">
                <a:solidFill>
                  <a:srgbClr val="5C6670"/>
                </a:solidFill>
                <a:latin typeface="맑은 고딕"/>
              </a:rPr>
              <a:t>이 전환 회피·페이싱 판단의 근거가 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전역 상태 (Global)  (obs[0:6])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라인 전체 상황 — 시간·재공·계획·전환·공구를 6개 숫자로 요약합니다.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정책이 "지금 몇 시쯤인지, 얼마나 급한지"를 전역적으로 파악하게 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2176272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176272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obs[0]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min(t / sim_end, 1)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59" y="2542032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시뮬 경과 비율 (0=시작, 1=종료)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2542032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min(0/480, 1) 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17520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3017520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3017520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(soft_cutoff − t) / soft_cutoff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3017520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horizon 여유 (1→여유 많음)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3017520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4930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obs[2]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54480" y="3493008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71800" y="3493008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|lot_pool| / 초기 LOT 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59" y="3493008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미배정 재공 비율 (↓=소진)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58200" y="3493008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9684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obs[3]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54480" y="3968496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3968496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Σ완료 / Σ계획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94959" y="3968496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전체 계획 달성률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3968496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min(0/24, 1) = 0.0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443983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obs[4]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54480" y="4443983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71800" y="4443983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전환대기 idle 설비 / 전체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94959" y="4443983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셋업 바꾸느라 대기 중인 설비 비율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58200" y="4443983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9194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obs[5]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554480" y="4919472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71800" y="4919472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공구 동시가공 사용률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94959" y="4919472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포화 정도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58200" y="4919472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버킷 특징 (Bucket)  (obs[6 : 6+O×P×K×16])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(OPER×PPK×모델) 격자마다 16채널 — "이 버킷을 지금 잡으면 유효·시급·중복인가"를 알려줍니다.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보상(페이싱·중복커버) 판단의 근거가 되는 핵심 특징입니다.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2176272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176272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valid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4231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1[해당 oper·model 조합에 배정 가능한 설비 존재]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59" y="2542032"/>
            <a:ext cx="30632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현재 EQP·재공·공구 제약과 무관하게 이 (공정×모델)이 유효한가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2542032"/>
            <a:ext cx="28346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25064"/>
            <a:ext cx="10515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ch1-2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2925064"/>
            <a:ext cx="141732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wip_비중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2925064"/>
            <a:ext cx="24231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wip_q/ΣWIP_전체 ,  wip_q/ΣWIP_동일PPK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2925064"/>
            <a:ext cx="30632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재공이 이 버킷에 얼마나 몰려있나 (전체 대비 / 같은 제품 대비)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2925064"/>
            <a:ext cx="28346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08096"/>
            <a:ext cx="10515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54480" y="3308096"/>
            <a:ext cx="141732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min_end_time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71800" y="3308096"/>
            <a:ext cx="24231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min(free_at, 해당 oper·model 설비군) / sim_end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59" y="3308096"/>
            <a:ext cx="30632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모델 설비가 가장 빨리 비는 시각(정규화)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58200" y="3308096"/>
            <a:ext cx="28346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691127"/>
            <a:ext cx="10515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54480" y="3691127"/>
            <a:ext cx="141732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throughput_ratio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3691127"/>
            <a:ext cx="24231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wip_q / max(간트 최대종료시각, min_end_time + st_per_wafer·wf_unit)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94959" y="3691127"/>
            <a:ext cx="30632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대기 재공 대비 이 모델의 처리완료 예상 밀도 — 높을수록 적체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3691127"/>
            <a:ext cx="28346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074160"/>
            <a:ext cx="10515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ch6-7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54480" y="4074160"/>
            <a:ext cx="141732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71800" y="4074160"/>
            <a:ext cx="24231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eff_takt(ppk, 이전/다음공정) / max_takt  ;  eff_takt = max(수요takt, capa takt)·wf_unit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94959" y="4074160"/>
            <a:ext cx="30632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상류(이전공정)·하류(다음공정) 기준 요구 속도 — 수요 vs 설비capa 중 더 빠듯한 쪽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58200" y="4074160"/>
            <a:ext cx="28346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457192"/>
            <a:ext cx="10515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554480" y="4457192"/>
            <a:ext cx="141732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71800" y="4457192"/>
            <a:ext cx="24231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1[현재 EQP에서 이 LOT_CD/TEMP로 전환 필요]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94959" y="4457192"/>
            <a:ext cx="30632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버킷 잡으면 셋업 변경?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58200" y="4457192"/>
            <a:ext cx="28346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840224"/>
            <a:ext cx="10515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54480" y="4840224"/>
            <a:ext cx="141732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tool_can_assign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71800" y="4840224"/>
            <a:ext cx="24231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1[공구 교체 불필요 또는 공구 슬롯 여유]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94959" y="4840224"/>
            <a:ext cx="30632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통과 여부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8200" y="4840224"/>
            <a:ext cx="28346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223255"/>
            <a:ext cx="10515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554480" y="5223255"/>
            <a:ext cx="141732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71800" y="5223255"/>
            <a:ext cx="24231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min(min(계획량, 완료+상류WIP) / 계획량, 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94959" y="5223255"/>
            <a:ext cx="30632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 한도 내 달성 가능한 상한 비율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458200" y="5223255"/>
            <a:ext cx="28346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5606287"/>
            <a:ext cx="10515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554480" y="5606287"/>
            <a:ext cx="141732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71800" y="5606287"/>
            <a:ext cx="24231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min(cover / need, 2) / 2  ;  need=달성상한−완료, cover=타EQP 하루 투영생산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94959" y="5606287"/>
            <a:ext cx="30632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중복 커버 신호 — 클수록 다른 설비가 이미 커버 중(회피 유도)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458200" y="5606287"/>
            <a:ext cx="28346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현재 설비 (EQP local)  (obs[…+0:…+2])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지금 결정하는 그 설비에만 해당하는 전환 정보 2개.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회피가능 전환 패널티 학습에 직접 쓰입니다.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2176272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176272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eqp[0]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1[feasible 중 전환 필요 버킷 존재]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59" y="2542032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설비가 feasible한 선택 중 셋업 변경이 필요한 게 있나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2542032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17520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3017520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3017520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max α over feasible 전환 버킷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3017520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전환 시 회피가능 정도 (0~1, 보상 α와 동일 개념)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3017520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직전 맥락 (Context)  (obs[…+2:…+6])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 스텝에서 누가·무엇을·어느 설비에 배정했는지 정규화 인덱스 4개.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동일 셋업 연속·전환 여부 판단의 단서.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2176272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176272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4)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ctx[0]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last_ppk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encode(PPK)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59" y="2542032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제품 인덱스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2542032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PPK003 → 정규화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17520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3017520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last_oper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3017520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encode(OPER)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3017520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공정 인덱스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3017520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OPER001 → 정규화 0.0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4930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ctx[2]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54480" y="3493008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last_eqp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71800" y="3493008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encode(EQP)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59" y="3493008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설비 인덱스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58200" y="3493008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EQP003 → 정규화 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9684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ctx[3]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54480" y="3968496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last_lot_cd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3968496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encode(LOT_CD)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94959" y="3968496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LOT_CD (셋업 그룹)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3968496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다장비 동시 비교 (t=120분, 3대 설비 실측)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같은 시각에 3대 설비가 차례로 판단을 내릴 때, 설비마다 State 값이 실제로 다르게 계산됩니다.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공통 전역값 (3대 동일)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time_norm=0.25, takt_margin=0.909, conv_idle_ratio=0.0, tool_util=0.0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8288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176272"/>
            <a:ext cx="2926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EQP001  (Step 10)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EQP002  (Step 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EQP003  (Step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82880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배정 결정 (참고)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2542032"/>
            <a:ext cx="29260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이번 스텝에서 고른 PPK·OPER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800" y="2542032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PPK001·OPER001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2542032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PPK002·OPER001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2542032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PPK003·OPER001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63239"/>
            <a:ext cx="182880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20" y="3063239"/>
            <a:ext cx="29260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min(|lot_pool| / 초기 LOT수, 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3063239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3063239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0.833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3063239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0.792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584448"/>
            <a:ext cx="182880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84448"/>
            <a:ext cx="29260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min(produced / total_plan, 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3584448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3584448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0.292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3584448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0.333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105656"/>
            <a:ext cx="182880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31720" y="4105656"/>
            <a:ext cx="29260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1[feasible 중 전환 필요 버킷 존재]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4105656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105656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81160" y="4105656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626864"/>
            <a:ext cx="182880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31720" y="4626864"/>
            <a:ext cx="29260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max α over feasible 전환 버킷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57800" y="4626864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69480" y="4626864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4626864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48072"/>
            <a:ext cx="182880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reward (이 결정)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31720" y="5148072"/>
            <a:ext cx="29260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8항목 보상 합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5148072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69480" y="5148072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81160" y="5148072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5760720"/>
            <a:ext cx="11201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이 시점까지 누적 배정 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EQP001: 4건, EQP002: 3건, EQP003: 3건  — 대칭 벤치(SYM_3x3)에서 설비마다 전담 제품을 반복 배정받는 모습.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완전 해설 — MINI-A 예시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5486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34440"/>
            <a:ext cx="10881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위 값은 실제 SYM_3x3 트레이스가 아니라 산식 계산 과정을 보여주기 위한 가상 예시 데이터셋(MINI-A)입니다. 이후 슬라이드의 모든 대입 계산은 이 데이터셋을 그대로 사용합니다.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설비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965960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EQP001: OPER001·OPER002 가능, 세팅 A, busy (free_at=320)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76856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76856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EQP002: OPER001·OPER002 가능, 세팅 B, idle (free_at=120) — 지금 결정 대상(current_eqp)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8775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258775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EQP003: OPER002만 가능, 세팅 A, busy (free_at=400)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98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제품·공정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2898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PPK001: OPER001→OPER002 (세팅 LOT_CD=A, TEMP=없음), PPK002: OPER001만 사용(계획 없음)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09543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계획/완료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3209543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(PPK001,OPER002) 목표 60장, 완료 10장  ·  가공시간 OPER001=2분/장, OPER002=5분/장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20439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WIP(대기재공)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3520439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(PPK001,OPER001)=140장, (PPK001,OPER002)=15장, (PPK002,OPER001)=20장 → 합계 175장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31335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배정 설비수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831335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OPER001=2대(EQP001,EQP002), OPER002=3대(EQP001,EQP002,EQP003)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4223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시각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414223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t=120분, sim_end=soft_cutoff=480분 → T_avail=max(480-120,1)=360분, wf_unit=1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5312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직전 배정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445312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EQP003이 PPK001 · OPER002 · 세팅A를 배정받음 (Context 계산 기준)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64023"/>
            <a:ext cx="155448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인덱스맵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4764023"/>
            <a:ext cx="96469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PPK{PPK002:0,PPK001:1}(P=10) · OPER{OPER001:0,OPER002:1}(O=3) · EQP{EQP001:0,EQP002:1,EQP003:2} · LOT_CD{B:0,A:1}(n_lc=2)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84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기타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5184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lot_pool=25/초기40, tool_tracker.utilization()=0.4(가정) — 이 둘은 별도 헬퍼/클래스 내부라 예시값으로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obs[0] time_norm  ·  obs[1] takt_margin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</a:rPr>
              <a:t>MINI-A 상태 스냅샷  —  이 계산이 대입하는 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755648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ni_a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210" y="1783080"/>
            <a:ext cx="6774819" cy="9052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4360" y="2743199"/>
            <a:ext cx="110185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t=120분 시점  ·  EQP001 busy(free_at=320)  ·  EQP002 idle(free_at=120, 결정대상 current_eqp)  ·  EQP003 busy(free_at=400, 직전배정 PPK001·OPER002·세팅A)  ·  sim_end/soft_cutoff=480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00983"/>
            <a:ext cx="5486400" cy="293522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374135"/>
            <a:ext cx="5266944" cy="2788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2357  group_global[0] = min(self.current_time / max(self.sim_end, 1),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2358  group_global[1] = min(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2359      max(self.soft_cutoff - self.current_time, 0) / max(self.soft_cutoff, 1), 1.0,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2360  )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300983"/>
            <a:ext cx="5440680" cy="1024128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374135"/>
            <a:ext cx="5184648" cy="9326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current_time=120, sim_end=480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time_norm = min(120 / 480, 1) = 0.25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soft_cutoff=480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takt_margin = min( max(480-120,0) / 480, 1 ) = min(360/480, 1) = 0.75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398264"/>
            <a:ext cx="5440680" cy="402336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398264"/>
            <a:ext cx="544068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time_norm = 0.25   /   takt_margin = 0.75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855464"/>
            <a:ext cx="5440680" cy="1472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60" b="0">
                <a:solidFill>
                  <a:srgbClr val="5C6670"/>
                </a:solidFill>
                <a:latin typeface="맑은 고딕"/>
              </a:rPr>
              <a:t>sim_end과 soft_cutoff을 같은 값(480)으로 두면 takt_margin ≈ 1-time_norm 처럼 보이지만, 두 값이 실제로 다르면(예: sim_end=600) 이 관계는 깨진다 — 서로 다른 변수임에 유의.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obs[2] remaining_lots  ·  obs[3] plan_progress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</a:rPr>
              <a:t>MINI-A 상태 스냅샷  —  이 계산이 대입하는 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755648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ni_a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210" y="1783080"/>
            <a:ext cx="6774819" cy="9052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4360" y="2743199"/>
            <a:ext cx="110185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t=120분 시점  ·  EQP001 busy(free_at=320)  ·  EQP002 idle(free_at=120, 결정대상 current_eqp)  ·  EQP003 busy(free_at=400, 직전배정 PPK001·OPER002·세팅A)  ·  sim_end/soft_cutoff=480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00983"/>
            <a:ext cx="5486400" cy="293522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374135"/>
            <a:ext cx="5266944" cy="2788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2331  initial_lot_count = max(len(data["lots"]),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2332  total_plan = max(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2333      sum(p["d0_plan_qty"] for p in data.get("plan", []) if p.get("d0_plan_qty", 0) &gt; 0),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2334      0,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2335  )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2361  group_global[2] = min(len(self.lot_pool) / initial_lot_count,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2362  produced = sum(self.stats["completed_qty"].values())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2363  if total_plan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2364      group_global[3] = min(produced / total_plan,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2365  else: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2366      group_global[3] = min(produced / max(self._initial_wip_total, 1), 1.0)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300983"/>
            <a:ext cx="5440680" cy="1024128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374135"/>
            <a:ext cx="5184648" cy="9326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len(lot_pool)=25, initial_lot_count=40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remaining_lots = min(25/40, 1) = 0.625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produced = Σcompleted_qty = 10  (완료 10장)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total_plan = 60  (d0_plan_qty&gt;0인 계획 합)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plan_progress = min(10/60, 1) = 0.1667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398264"/>
            <a:ext cx="5440680" cy="402336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398264"/>
            <a:ext cx="544068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remaining_lots = 0.625   /   plan_progress = 0.1667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855464"/>
            <a:ext cx="5440680" cy="1472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60" b="0">
                <a:solidFill>
                  <a:srgbClr val="5C6670"/>
                </a:solidFill>
                <a:latin typeface="맑은 고딕"/>
              </a:rPr>
              <a:t>produced는 '이 (ppk,op) 하나'가 아니라 전체 completed_qty 합 — 계획이 하나뿐인 MINI-A에선 결과가 같다.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obs[4] conv_idle_ratio  ·  obs[5] tool_util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</a:rPr>
              <a:t>MINI-A 상태 스냅샷  —  이 계산이 대입하는 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755648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ni_a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210" y="1783080"/>
            <a:ext cx="6774819" cy="9052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4360" y="2743199"/>
            <a:ext cx="110185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t=120분 시점  ·  EQP001 busy(free_at=320)  ·  EQP002 idle(free_at=120, 결정대상 current_eqp)  ·  EQP003 busy(free_at=400, 직전배정 PPK001·OPER002·세팅A)  ·  sim_end/soft_cutoff=480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00983"/>
            <a:ext cx="5486400" cy="293522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374135"/>
            <a:ext cx="5266944" cy="2788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2367  conv_eqps = 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2368  for eqp_id, eqp in self.eqps.items():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2369      rem = max(eqp.free_at - self.current_time,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2370      if rem &gt; 0 and eqp.status == "idle" and eqp.prev_lot_cd is not None: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2371          conv_eqps += 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2372  group_global[4] = conv_eqps / max(len(self.eqps),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2373  group_global[5] = min(self._tool_tracker.utilization(), 1.0)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300983"/>
            <a:ext cx="5440680" cy="128016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374135"/>
            <a:ext cx="5184648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EQP001: busy → status!=idle → 제외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EQP002: idle, free_at=120=t → rem=max(120-120,0)=0 → rem&gt;0 거짓 → 제외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EQP003: busy → status!=idle → 제외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conv_eqps = 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conv_idle_ratio = 0 / 3 = 0.0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tool_tracker.utilization() = 0.4  (가정값 — 별도 클래스 내부 계산)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tool_util = min(0.4, 1) = 0.4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654296"/>
            <a:ext cx="5440680" cy="402336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654296"/>
            <a:ext cx="544068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conv_idle_ratio = 0.0   /   tool_util = 0.4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111496"/>
            <a:ext cx="5440680" cy="12161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60" b="0">
                <a:solidFill>
                  <a:srgbClr val="5C6670"/>
                </a:solidFill>
                <a:latin typeface="맑은 고딕"/>
              </a:rPr>
              <a:t>rem&gt;0 조건 때문에 '방금 막 idle된' 설비는 카운트되지 않는다 — 진짜 전환 buffer 중인 설비만 잡음.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ch0 valid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</a:rPr>
              <a:t>MINI-A 상태 스냅샷  —  이 계산이 대입하는 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755648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ni_a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210" y="1783080"/>
            <a:ext cx="6774819" cy="9052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4360" y="2743199"/>
            <a:ext cx="110185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t=120분 시점  ·  EQP001 busy(free_at=320)  ·  EQP002 idle(free_at=120, 결정대상 current_eqp)  ·  EQP003 busy(free_at=400, 직전배정 PPK001·OPER002·세팅A)  ·  sim_end/soft_cutoff=480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00983"/>
            <a:ext cx="5486400" cy="293522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374135"/>
            <a:ext cx="5266944" cy="2788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2261  for mi in range(min(K, len(eqp_models))):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2262      model = eqp_models[mi]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2263      min_end_val = min_end_by_om.get((op, model))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2264      if min_end_val is None: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2265          continue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2267      valid_mis.append(mi)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2271  if not valid_mis: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2272      continue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2279  feats[oi, pi, vmis, 0] = 1.0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300983"/>
            <a:ext cx="5440680" cy="91440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374135"/>
            <a:ext cx="5184648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(OPER002, model M1)을 처리 가능한 설비: EQP001·EQP002·EQP003 → min_end_by_om에 값 존재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valid_mis = [0]  (모델 0번이 유효)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→ valid_mis가 비어있지 않으므로 continue 없이 진행 → ch0 = 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288536"/>
            <a:ext cx="5440680" cy="402336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288536"/>
            <a:ext cx="544068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valid (ch0) = 1.0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745736"/>
            <a:ext cx="5440680" cy="1581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60" b="0">
                <a:solidFill>
                  <a:srgbClr val="5C6670"/>
                </a:solidFill>
                <a:latin typeface="맑은 고딕"/>
              </a:rPr>
              <a:t>이 (op,model) 조합을 처리할 수 있는 설비가 하나도 없으면 valid_mis가 비어 continue → 그 모델 축은 0으로 남는다.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 wip_ratio_total  ·  ch2 wip_ratio_ppk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</a:rPr>
              <a:t>MINI-A 상태 스냅샷  —  이 계산이 대입하는 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755648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ni_a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210" y="1783080"/>
            <a:ext cx="6774819" cy="9052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4360" y="2743199"/>
            <a:ext cx="110185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t=120분 시점  ·  EQP001 busy(free_at=320)  ·  EQP002 idle(free_at=120, 결정대상 current_eqp)  ·  EQP003 busy(free_at=400, 직전배정 PPK001·OPER002·세팅A)  ·  sim_end/soft_cutoff=480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00983"/>
            <a:ext cx="5486400" cy="293522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374135"/>
            <a:ext cx="5266944" cy="2788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2159  for key, q in self.get_wip_waiting().items():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2160      ppk_w, op_w = key.split("|",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2161      wip_po[(ppk_w, op_w)] = wip_po.get((ppk_w, op_w), 0.0) + q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2162      ppk_wip[ppk_w] = ppk_wip.get(ppk_w, 0.0) + q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2163      total_wip += q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2164  total_wip = max(total_wip,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2221  wip_q = wip_po.get((ppk, op),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2222  ppk_total = max(ppk_wip.get(ppk, 0.0),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2280  feats[oi, pi, vmis, 1] = wip_q / total_wip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2281  feats[oi, pi, vmis, 2] = wip_q / ppk_total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300983"/>
            <a:ext cx="5440680" cy="1152144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374135"/>
            <a:ext cx="5184648" cy="10607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wip_q = wip_po[(PPK001,OPER002)] = 15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total_wip = 140(PPK001·OPER001) + 15(PPK001·OPER002) + 20(PPK002·OPER001) = 175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ppk_total = ppk_wip[PPK001] = 140+15 = 155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wip_ratio_total = 15 / 175 = 0.0857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wip_ratio_ppk   = 15 / 155 = 0.0968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526279"/>
            <a:ext cx="5440680" cy="402336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526279"/>
            <a:ext cx="544068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ch1 = 0.0857   /   ch2 = 0.0968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983479"/>
            <a:ext cx="5440680" cy="1344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60" b="0">
                <a:solidFill>
                  <a:srgbClr val="5C6670"/>
                </a:solidFill>
                <a:latin typeface="맑은 고딕"/>
              </a:rPr>
              <a:t>분모가 다르다: ch1은 '팹 전체 WIP', ch2는 '같은 PPK001 안에서의 WIP' — 같은 wip_q라도 두 관점을 동시에 준다.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ch3 min_end_time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</a:rPr>
              <a:t>MINI-A 상태 스냅샷  —  이 계산이 대입하는 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755648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ni_a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210" y="1783080"/>
            <a:ext cx="6774819" cy="9052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4360" y="2743199"/>
            <a:ext cx="110185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t=120분 시점  ·  EQP001 busy(free_at=320)  ·  EQP002 idle(free_at=120, 결정대상 current_eqp)  ·  EQP003 busy(free_at=400, 직전배정 PPK001·OPER002·세팅A)  ·  sim_end/soft_cutoff=480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00983"/>
            <a:ext cx="5486400" cy="293522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374135"/>
            <a:ext cx="5266944" cy="2788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2139  min_end_by_om: Dict[tuple, int] = {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2140      key: min(self.eqps[e].free_at for e in eqp_list)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2141      for key, eqp_list in self._eqps_by_om.items()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2142  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2263      min_end_val = min_end_by_om.get((op, model))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2268      valid_ends.append(float(min_end_val))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2297  feats[oi, pi, vmis, 3] = np.minimum(vends / sim_end_norm, 1.0)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300983"/>
            <a:ext cx="5440680" cy="91440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374135"/>
            <a:ext cx="5184648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(OPER002, M1)의 free_at들: EQP001=320, EQP002=120, EQP003=400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min_end_by_om[(OPER002,M1)] = min(320,120,400) = 120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sim_end_norm = max(sim_end,1) = 480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min_end_time = min(120/480, 1) = 0.25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288536"/>
            <a:ext cx="5440680" cy="402336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288536"/>
            <a:ext cx="544068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min_end_time (ch3) = 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745736"/>
            <a:ext cx="5440680" cy="1581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60" b="0">
                <a:solidFill>
                  <a:srgbClr val="5C6670"/>
                </a:solidFill>
                <a:latin typeface="맑은 고딕"/>
              </a:rPr>
              <a:t>EQP002 자신이 idle(free_at=120)이라 min이 EQP002로 잡힌다 — '이 모델은 지금 당장도 비어있다'는 신호.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ch4 throughput_ratio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</a:rPr>
              <a:t>MINI-A 상태 스냅샷  —  이 계산이 대입하는 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755648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ni_a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210" y="1783080"/>
            <a:ext cx="6774819" cy="9052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4360" y="2743199"/>
            <a:ext cx="110185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t=120분 시점  ·  EQP001 busy(free_at=320)  ·  EQP002 idle(free_at=120, 결정대상 current_eqp)  ·  EQP003 busy(free_at=400, 직전배정 PPK001·OPER002·세팅A)  ·  sim_end/soft_cutoff=480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00983"/>
            <a:ext cx="5486400" cy="293522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374135"/>
            <a:ext cx="5266944" cy="2788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2166  max_gantt_end = max((r["END_TM"] for r in self.schedule), default=0)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2167  T_avail = max(self.soft_cutoff - self.current_time,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2168  max_takt = max(T_avail * wf_unit,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2298      feats[oi, pi, vmis, 8] = vsts / max_arrange_st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2299      proc_full_arr = vsts * wf_unit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2300      denom_arr = np.maximum(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2301          np.maximum(float(max_gantt_end), vends + proc_full_arr), 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2302      )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2303      feats[oi, pi, vmis, 4] = max(wip_q, 0.0) / denom_arr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300983"/>
            <a:ext cx="5440680" cy="1024128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374135"/>
            <a:ext cx="5184648" cy="9326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max_gantt_end = 320  (EQP001이 지금 처리 중인 bar의 종료시각, 스케줄 중 최대)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vends(min_end_time, raw) = 120, st_per_wafer=5, wf_unit=1 → proc_full=5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denom = max(320, 120+5) = max(320,125) = 320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wip_q = 15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throughput_ratio = max(15,0) / 320 = 0.0469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398264"/>
            <a:ext cx="5440680" cy="402336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398264"/>
            <a:ext cx="544068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throughput_ratio (ch4) = 0.0469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855464"/>
            <a:ext cx="5440680" cy="1472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60" b="0">
                <a:solidFill>
                  <a:srgbClr val="5C6670"/>
                </a:solidFill>
                <a:latin typeface="맑은 고딕"/>
              </a:rPr>
              <a:t>분모가 '이미 스케줄된 최대 종료시각(320)'에 눌려있다 — 이 버킷만 보면 100+5=125인데 실제론 다른 바가 더 길어서 320이 쓰인다.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ch5 same_ppk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</a:rPr>
              <a:t>MINI-A 상태 스냅샷  —  이 계산이 대입하는 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755648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ni_a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210" y="1783080"/>
            <a:ext cx="6774819" cy="9052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4360" y="2743199"/>
            <a:ext cx="110185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t=120분 시점  ·  EQP001 busy(free_at=320)  ·  EQP002 idle(free_at=120, 결정대상 current_eqp)  ·  EQP003 busy(free_at=400, 직전배정 PPK001·OPER002·세팅A)  ·  sim_end/soft_cutoff=480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00983"/>
            <a:ext cx="5486400" cy="293522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374135"/>
            <a:ext cx="5266944" cy="2788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2170  last_ppk = 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2171      self._last_assigned.get("plan_prod_key") if self._last_assigned else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2172  )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2229  same = 1.0 if ppk == last_ppk else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2282  feats[oi, pi, vmis, 5] = same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300983"/>
            <a:ext cx="5440680" cy="91440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374135"/>
            <a:ext cx="5184648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_last_assigned.plan_prod_key = "PPK001"  (직전 배정)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이 버킷의 ppk = "PPK001"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same = 1[PPK001 == PPK001] = 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288536"/>
            <a:ext cx="5440680" cy="402336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288536"/>
            <a:ext cx="544068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same_ppk (ch5) = 1.0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745736"/>
            <a:ext cx="5440680" cy="1581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60" b="0">
                <a:solidFill>
                  <a:srgbClr val="5C6670"/>
                </a:solidFill>
                <a:latin typeface="맑은 고딕"/>
              </a:rPr>
              <a:t>이 채널이 곧 Reward의 same_setup(+1.0) 판정과 같은 재료(PPK 일치 여부)를 미리 State로 보여주는 것.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ch6 prev_takt  ·  ch7 post_takt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OPER001 vs OPER002 버킷 비교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</a:rPr>
              <a:t>MINI-A 상태 스냅샷  —  이 계산이 대입하는 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755648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ni_a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210" y="1783080"/>
            <a:ext cx="6774819" cy="9052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4360" y="2743199"/>
            <a:ext cx="110185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t=120분 시점  ·  EQP001 busy(free_at=320)  ·  EQP002 idle(free_at=120, 결정대상 current_eqp)  ·  EQP003 busy(free_at=400, 직전배정 PPK001·OPER002·세팅A)  ·  sim_end/soft_cutoff=480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00983"/>
            <a:ext cx="5486400" cy="293522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374135"/>
            <a:ext cx="5266944" cy="2788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2185  def eff_takt(ppk, op):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2189      lst = arranges_by.get((ppk, op))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2190      spw = (sum(s for _, s in lst) / len(lst)) if lst else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2191      n = max(n_eqp_per_oper.get(op, 0),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2192      cap_takt = (spw / n) if spw is not None else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2193      pm = plan_meta.get((ppk, op))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2194      if pm and pm.get("d0_plan_qty", 0)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2195          q_plan = max(pm["d0_plan_qty"] - completed.get((ppk, op), 0),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2196          demand_takt = T_avail / q_plan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2197          return max(demand_takt, cap_takt) * wf_unit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2198      return cap_takt * wf_unit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2232  ppk_fp = flow_prev.get(ppk,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2233  ppk_fpo = flow_post.get(ppk,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2234  prev_takt = eff_takt(ppk, ppk_fp.get(op)) / max_takt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2235  post_takt = eff_takt(ppk, ppk_fpo.get(op)) / max_takt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300983"/>
            <a:ext cx="5440680" cy="1664208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374135"/>
            <a:ext cx="5184648" cy="15727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eff_takt(PPK001,OPER001): spw=2, n=2 → cap_takt=1 ; 계획없음(중간공정) → eff_takt=1*1=1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eff_takt(PPK001,OPER002): spw=5, n=3 → cap_takt=1.67 ; q_plan=max(60-10,1)=50,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demand_takt=360/50=7.2 → eff_takt=max(7.2,1.67)*1=7.2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max_takt = T_avail*wf_unit = 360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[OPER001 버킷] prev_takt=eff_takt(flow_prev=없음)/360=0/360=0.0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[OPER001 버킷] post_takt=eff_takt(OPER002)/360=7.2/360=0.02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[OPER002 버킷] prev_takt=eff_takt(OPER001)/360=1/360=0.0028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[OPER002 버킷] post_takt=eff_takt(flow_post=없음)/360=0/360=0.0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5038344"/>
            <a:ext cx="5440680" cy="402336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5038344"/>
            <a:ext cx="544068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OPER001버킷: prev=0.0, post=0.02   /   OPER002버킷: prev=0.0028, post=0.0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495544"/>
            <a:ext cx="5440680" cy="8321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60" b="0">
                <a:solidFill>
                  <a:srgbClr val="5C6670"/>
                </a:solidFill>
                <a:latin typeface="맑은 고딕"/>
              </a:rPr>
              <a:t>eff_takt는 '계획을 맞추려면 허용되는 로트당 간격' — 클수록 여유(천천히 만들어도 됨). OPER002(=7.2)가 OPER001(=1)보다 훨씬 여유롭다는 게 OPER001버킷의 post_takt(0.02)로 드러난다.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ch8 self_st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</a:rPr>
              <a:t>MINI-A 상태 스냅샷  —  이 계산이 대입하는 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755648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ni_a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210" y="1783080"/>
            <a:ext cx="6774819" cy="9052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4360" y="2743199"/>
            <a:ext cx="110185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t=120분 시점  ·  EQP001 busy(free_at=320)  ·  EQP002 idle(free_at=120, 결정대상 current_eqp)  ·  EQP003 busy(free_at=400, 직전배정 PPK001·OPER002·세팅A)  ·  sim_end/soft_cutoff=480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00983"/>
            <a:ext cx="5486400" cy="293522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374135"/>
            <a:ext cx="5266944" cy="2788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2126  max_arrange_st = max(data.get("max_arrange_st", 1),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2266      st = st_per_wafer(ppk, op, model)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2269      valid_sts.append(float(st) if st is not None else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2298  feats[oi, pi, vmis, 8] = vsts / max_arrange_st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300983"/>
            <a:ext cx="5440680" cy="91440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374135"/>
            <a:ext cx="5184648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st_per_wafer(PPK001,OPER002,M1) = 5분/장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max_arrange_st = 전체 (ppk,op,model) 중 최댓값 = 5  (OPER002가 가장 느림)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self_st = 5 / 5 = 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288536"/>
            <a:ext cx="5440680" cy="402336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288536"/>
            <a:ext cx="544068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self_st (ch8) = 1.0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745736"/>
            <a:ext cx="5440680" cy="1581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60" b="0">
                <a:solidFill>
                  <a:srgbClr val="5C6670"/>
                </a:solidFill>
                <a:latin typeface="맑은 고딕"/>
              </a:rPr>
              <a:t>이 예시에서 OPER002가 가장 느린 공정이라 정규화 최댓값과 같아져 1.0 — 극단값 예시.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ch9 plan_urgency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</a:rPr>
              <a:t>MINI-A 상태 스냅샷  —  이 계산이 대입하는 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755648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ni_a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210" y="1783080"/>
            <a:ext cx="6774819" cy="9052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4360" y="2743199"/>
            <a:ext cx="110185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t=120분 시점  ·  EQP001 busy(free_at=320)  ·  EQP002 idle(free_at=120, 결정대상 current_eqp)  ·  EQP003 busy(free_at=400, 직전배정 PPK001·OPER002·세팅A)  ·  sim_end/soft_cutoff=480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00983"/>
            <a:ext cx="5486400" cy="293522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374135"/>
            <a:ext cx="5266944" cy="2788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2224  pm = plan_meta.get((ppk, op))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2225  if pm and pm.get("d0_plan_qty", 0)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2226      plan_qty = max(pm["d0_plan_qty"],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2227      gap = max(plan_qty - completed.get((ppk, op), 0),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2228      urgency = min(gap / T_avail / plan_qty,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2285  feats[oi, pi, vmis, 9] = urgency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300983"/>
            <a:ext cx="5440680" cy="91440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374135"/>
            <a:ext cx="5184648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plan_qty=60, completed=10 → gap=max(60-10,0)=50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T_avail=360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plan_urgency = min( (50/360)/60, 1 ) = min(0.00231, 1) = 0.0023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288536"/>
            <a:ext cx="5440680" cy="402336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288536"/>
            <a:ext cx="544068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plan_urgency (ch9) = 0.0023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745736"/>
            <a:ext cx="5440680" cy="1581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60" b="0">
                <a:solidFill>
                  <a:srgbClr val="5C6670"/>
                </a:solidFill>
                <a:latin typeface="맑은 고딕"/>
              </a:rPr>
              <a:t>T_avail이 분모라서, 시간이 줄면(예: T_avail=30) 같은 gap=50이어도 urgency=min((50/30)/60,1)=0.0278로 12배 뜀.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ch10 wip_lot_cd  ·  ch11 wip_temp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</a:rPr>
              <a:t>MINI-A 상태 스냅샷  —  이 계산이 대입하는 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755648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ni_a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210" y="1783080"/>
            <a:ext cx="6774819" cy="9052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4360" y="2743199"/>
            <a:ext cx="110185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t=120분 시점  ·  EQP001 busy(free_at=320)  ·  EQP002 idle(free_at=120, 결정대상 current_eqp)  ·  EQP003 busy(free_at=400, 직전배정 PPK001·OPER002·세팅A)  ·  sim_end/soft_cutoff=480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00983"/>
            <a:ext cx="5486400" cy="293522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374135"/>
            <a:ext cx="5266944" cy="2788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2129  lot_cd_idx = data.get("lot_cd_idx",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2130  temp_idx = data.get("temp_idx",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2131  n_lc = max(len(lot_cd_idx),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2132  n_tp = max(len(temp_idx),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2253  lc, tp = self._bucket_lot_cd_temp(ppk, 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2254  lc_enc = encode_normalized(lc or None, lot_cd_idx, n_lc)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2255  tp_enc = encode_normalized(tp or None, temp_idx, n_tp)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2286  feats[oi, pi, vmis, 10] = lc_enc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2287  feats[oi, pi, vmis, 11] = tp_enc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300983"/>
            <a:ext cx="5440680" cy="91440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374135"/>
            <a:ext cx="5184648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이 버킷의 lc="A", tp=None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lot_cd_idx={"B":0,"A":1}, n_lc=2 → lc_enc = encode("A") = 1/(2-1) = 1.0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temp_idx={} (TEMP 미사용), n_tp=1 → tp_enc = encode(None) = 0.0  (값이 None이라 기본값 0)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288536"/>
            <a:ext cx="5440680" cy="402336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288536"/>
            <a:ext cx="544068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wip_lot_cd (ch10) = 1.0   /   wip_temp (ch11) = 0.0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745736"/>
            <a:ext cx="5440680" cy="1581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60" b="0">
                <a:solidFill>
                  <a:srgbClr val="5C6670"/>
                </a:solidFill>
                <a:latin typeface="맑은 고딕"/>
              </a:rPr>
              <a:t>ch11의 0.0은 'TEMP 조건이 아예 없다'는 뜻이지, 오류나 결측이 아니다 — encode_normalized(None,...)의 정상 동작.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ch12 needs_conversion  ·  ch13 tool_can_assign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current_eqp=EQP002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</a:rPr>
              <a:t>MINI-A 상태 스냅샷  —  이 계산이 대입하는 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755648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ni_a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210" y="1783080"/>
            <a:ext cx="6774819" cy="9052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4360" y="2743199"/>
            <a:ext cx="110185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t=120분 시점  ·  EQP001 busy(free_at=320)  ·  EQP002 idle(free_at=120, 결정대상 current_eqp)  ·  EQP003 busy(free_at=400, 직전배정 PPK001·OPER002·세팅A)  ·  sim_end/soft_cutoff=480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00983"/>
            <a:ext cx="5486400" cy="293522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374135"/>
            <a:ext cx="5266944" cy="2788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2144  current_eqp_model = eqp_model_map.get(current_eqp) if current_eqp else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2205  curr_eqp_in_om: bool = 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2206      current_eqp is not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2207      and current_eqp_model is not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2208      and current_eqp in self._eqps_by_om.get((op, current_eqp_model), [])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2209  )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2306  if curr_eqp_in_om and current_mi &gt;= 0 and current_mi in valid_mis and lc: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2307      feats[oi, pi, current_mi, 12] = 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2308          1.0 if self._would_need_conversion(current_eqp, lc, tp) else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2309      )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2310      feats[oi, pi, current_mi, 13] = 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2311          1.0 if not self._needs_tool_swap(current_eqp, lc, tp)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2312          or self._tool_tracker.can_assign(lc, current_eqp) else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2313      )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300983"/>
            <a:ext cx="5440680" cy="128016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374135"/>
            <a:ext cx="5184648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current_eqp=EQP002, EQP002는 (OPER002,M1)에 속함 → curr_eqp_in_om=True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EQP002.prev_lot_cd="B", 이 버킷 lc="A" → would_need_conversion(EQP002,"A",None)=True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needs_conversion = 1.0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needs_tool_swap(EQP002,"A",None) = False (가정: 공구 교체 불필요)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→ "not False" = True → OR 조건 만족(뒤 항 평가 불필요)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tool_can_assign = 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654296"/>
            <a:ext cx="5440680" cy="402336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654296"/>
            <a:ext cx="544068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needs_conversion (ch12) = 1.0   /   tool_can_assign (ch13) = 1.0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111496"/>
            <a:ext cx="5440680" cy="12161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60" b="0">
                <a:solidFill>
                  <a:srgbClr val="5C6670"/>
                </a:solidFill>
                <a:latin typeface="맑은 고딕"/>
              </a:rPr>
              <a:t>이 두 채널은 current_eqp가 속한 (op,model) 한 칸에만 기록되고, 나머지 칸은 0으로 남는다.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ch14 achievable_ratio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</a:rPr>
              <a:t>MINI-A 상태 스냅샷  —  이 계산이 대입하는 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755648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ni_a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210" y="1783080"/>
            <a:ext cx="6774819" cy="9052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4360" y="2743199"/>
            <a:ext cx="110185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t=120분 시점  ·  EQP001 busy(free_at=320)  ·  EQP002 idle(free_at=120, 결정대상 current_eqp)  ·  EQP003 busy(free_at=400, 직전배정 PPK001·OPER002·세팅A)  ·  sim_end/soft_cutoff=480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00983"/>
            <a:ext cx="5486400" cy="293522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374135"/>
            <a:ext cx="5266944" cy="2788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2239  achievable_ratio = 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2240  if pm and pm.get("d0_plan_qty", 0)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2241      plan_qty = max(pm["d0_plan_qty"],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2242      done = completed.get((ppk, op),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2243      reachable = wip_po.get((ppk, op),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2244      seen = {op}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2245      prev_op = ppk_fp.get(op)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2246      while prev_op and prev_op not in seen: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2247          seen.add(prev_op)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2248          reachable += wip_po.get((ppk, prev_op),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2249          prev_op = ppk_fp.get(prev_op)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2250      achievable_ratio = min(min(plan_qty, done + reachable) / plan_qty,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2288  feats[oi, pi, vmis, 14] = achievable_ratio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300983"/>
            <a:ext cx="5440680" cy="1024128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374135"/>
            <a:ext cx="5184648" cy="9326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plan_qty=60, done=10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reachable = wip_po[(PPK001,OPER002)]=15  (자기 자신)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→ 상류(OPER001) 순회: reachable += wip_po[(PPK001,OPER001)]=140  → reachable=155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achievable_ratio = min( min(60, 10+155) / 60, 1 ) = min(60/60, 1) = 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398264"/>
            <a:ext cx="5440680" cy="402336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398264"/>
            <a:ext cx="544068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achievable_ratio (ch14) = 1.0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855464"/>
            <a:ext cx="5440680" cy="1472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60" b="0">
                <a:solidFill>
                  <a:srgbClr val="5C6670"/>
                </a:solidFill>
                <a:latin typeface="맑은 고딕"/>
              </a:rPr>
              <a:t>상류 재공(140장)이 충분해서 achievable이 plan_qty(60)에 그대로 캡핑됨 — 재공 부족 걱정이 없는 상태.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ch15 projected_cover_ratio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</a:rPr>
              <a:t>MINI-A 상태 스냅샷  —  이 계산이 대입하는 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755648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ni_a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210" y="1783080"/>
            <a:ext cx="6774819" cy="9052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4360" y="2743199"/>
            <a:ext cx="110185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t=120분 시점  ·  EQP001 busy(free_at=320)  ·  EQP002 idle(free_at=120, 결정대상 current_eqp)  ·  EQP003 busy(free_at=400, 직전배정 PPK001·OPER002·세팅A)  ·  sim_end/soft_cutoff=480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00983"/>
            <a:ext cx="5486400" cy="293522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374135"/>
            <a:ext cx="5266944" cy="2788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2289  # 채널 15: 투영 커버 비율 — 다른 장비(current_eqp 제외)가 이 버킷을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2290  # 하루 끝까지 덮는 양 / 남은 필요량. 1에 가까울수록 '이미 덮임' → 회피 유도.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2291  done15 = completed.get((ppk, op),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2292  need15 = max(self._achievable_qty(ppk, op) - done15,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2293  cov15 = self._bucket_projected_cover(ppk, op, exclude_eqp=current_eqp)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2294  feats[oi, pi, vmis, 15] = min(cov15 / need15, 2.0) / 2.0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300983"/>
            <a:ext cx="5440680" cy="1792224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374135"/>
            <a:ext cx="5184648" cy="17007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_achievable_qty(PPK001,OPER002) = min(60, 10+155) = 60  → need15 = max(60-10,1) = 50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_bucket_projected_cover: EQP002(본인) 제외, prev_prod==PPK001 &amp; prev_oper==OPER002인 '다른' 설비만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EQP001: prev_oper=OPER001 → 불일치, 제외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EQP003: prev_oper=OPER002, prev_prod=PPK001 → 일치! (busy 여부는 이 함수에서 안 봄)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  remaining=max(soft_cutoff-t,0)=360, st=5 → 기여 = 360/5 = 72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cov15 = 72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projected_cover_ratio = min(72/50, 2) / 2 = min(1.44,2)/2 = 0.72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5166359"/>
            <a:ext cx="5440680" cy="402336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5166359"/>
            <a:ext cx="544068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projected_cover_ratio (ch15) = 0.72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623559"/>
            <a:ext cx="5440680" cy="7040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60" b="0">
                <a:solidFill>
                  <a:srgbClr val="5C6670"/>
                </a:solidFill>
                <a:latin typeface="맑은 고딕"/>
              </a:rPr>
              <a:t>_bucket_projected_cover는 설비의 '지금 busy 여부'를 빼지 않는다(반면 avoidable_frac의 alt_cap 계산은 뺀다) — 같은 '다른 설비 capa' 개념이라도 두 함수가 정밀도가 다르다는 점이 이 코드베이스의 흥미로운 디테일.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eqp[0] needs_conversion  ·  eqp[1] avoidable_frac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현재 설비 (EQP local) — current_eqp=EQP002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</a:rPr>
              <a:t>MINI-A 상태 스냅샷  —  이 계산이 대입하는 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755648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ni_a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210" y="1783080"/>
            <a:ext cx="6774819" cy="9052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4360" y="2743199"/>
            <a:ext cx="110185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t=120분 시점  ·  EQP001 busy(free_at=320)  ·  EQP002 idle(free_at=120, 결정대상 current_eqp)  ·  EQP003 busy(free_at=400, 직전배정 PPK001·OPER002·세팅A)  ·  sim_end/soft_cutoff=480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00983"/>
            <a:ext cx="5486400" cy="293522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374135"/>
            <a:ext cx="5266944" cy="2788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2340  eqp_local = np.zeros(2, dtype=np.float32)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2341  current_eqp_id = self._current_eqp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2342  if current_eqp_id and current_eqp_id in self.eqps: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2343      max_avoidable =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2344      for flat in self.get_feasible_ppk_oper(current_eqp_id):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2345          ppk_f, oper_f = self.ppk_oper_from_flat(flat)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2346          lc, tp = self._bucket_lot_cd_temp(ppk_f, oper_f)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2347          if self._would_need_conversion(current_eqp_id, lc, tp):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2348              eqp_local[0] = 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2349              av = self._conversion_avoidable_fraction(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2350                  current_eqp_id, ppk_f, oper_f, lc, tp,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2351              )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2352              if av &gt; max_avoidable: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2353                  max_avoidable = av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2354      eqp_local[1] = max_avoidable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300983"/>
            <a:ext cx="5440680" cy="20116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374135"/>
            <a:ext cx="5184648" cy="1920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EQP002가 고를 수 있는 feasible 버킷 중 (PPK001,OPER002)는 세팅 A 필요(EQP002는 B) → 전환 필요 → eqp[0]=1.0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α 계산 (_conversion_avoidable_fraction):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demand = 세팅A 공유 ready WIP 합 = 140(OPER001)+15(OPER002) = 155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alt_cap: EQP001 남은가용=max(360-max(320-120,0),0)=160, best_st=2(OPER001) → 160/2=80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       EQP003 남은가용=max(360-max(400-120,0),0)=80,  best_st=5(OPER002) → 80/5=16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       alt_cap = 80+16 = 96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coverage_frac = min(96/155, 1) = 0.619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residual = max(155-96,0)=59, my_st=5, my_cap=360/5=72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my_run_min = min(72,59)*5 = 295, need=1.0×60=60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short_run_frac = max(0, 1-295/60) = 0  (이미 넉넉히 돌 수 있어 '짧아서 아깝다'는 근거 없음)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α = max(0.619, 0) = 0.619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5385816"/>
            <a:ext cx="5440680" cy="402336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5385816"/>
            <a:ext cx="544068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needs_conversion (eqp[0]) = 1.0   /   avoidable_frac (eqp[1]) = 0.619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843016"/>
            <a:ext cx="5440680" cy="4846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60" b="0">
                <a:solidFill>
                  <a:srgbClr val="5C6670"/>
                </a:solidFill>
                <a:latin typeface="맑은 고딕"/>
              </a:rPr>
              <a:t>α=0.619 → 이 전환의 62%는 다른 설비가 대신 커버 가능했다는 뜻 → 실제로 전환을 감행하면 avoidable_conversion = -8.0×0.619 ≈ -4.95 페널티.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ctx[0~3] last_ppk · last_oper · last_eqp · last_lot_cd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직전 맥락 (Context) — 직전 배정: EQP003 → PPK001/OPER002/세팅A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99616"/>
            <a:ext cx="112014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</a:rPr>
              <a:t>MINI-A 상태 스냅샷  —  이 계산이 대입하는 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755648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ni_a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210" y="1783080"/>
            <a:ext cx="6774819" cy="9052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4360" y="2743199"/>
            <a:ext cx="110185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t=120분 시점  ·  EQP001 busy(free_at=320)  ·  EQP002 idle(free_at=120, 결정대상 current_eqp)  ·  EQP003 busy(free_at=400, 직전배정 PPK001·OPER002·세팅A)  ·  sim_end/soft_cutoff=480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90087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00983"/>
            <a:ext cx="5486400" cy="293522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374135"/>
            <a:ext cx="5266944" cy="2788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2375  context = np.zeros(4, dtype=np.float32)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2376  if self._last_assigned: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2377      la = self._last_assigned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2378      context[0] = encode_normalized(la.get("plan_prod_key"), prod_idx, 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2381      oper_guess =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2382      for ld in data.get("lots", []):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2383          if ld["lot_id"] == la.get("lot_id"):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2384              oper_guess = ld.get("oper_id")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2385              break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2386      context[1] = encode_normalized(oper_guess, oper_idx, 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2387      context[2] = encode_normalized(la.get("eqp_id"), eqp_idx, len(data["eqp_ids"]))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2388      context[3] = encode_normalized(la.get("lot_cd"), lot_cd_idx, max(len(lot_cd_idx), 1))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90087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300983"/>
            <a:ext cx="5440680" cy="128016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374135"/>
            <a:ext cx="5184648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la = {plan_prod_key:PPK001, lot_id:LOT099, eqp_id:EQP003, lot_cd:A}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prod_idx={PPK002:0,PPK001:1}, P=10 → last_ppk = 1/(10-1) = 0.111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lot_id=LOT099 → data['lots']에서 역추적 → oper_guess=OPER002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oper_idx={OPER001:0,OPER002:1}, O=3 → last_oper = 1/(3-1) = 0.5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eqp_idx={EQP001:0,EQP002:1,EQP003:2} → last_eqp = 2/(3-1) = 1.0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lot_cd_idx={B:0,A:1} → last_lot_cd = 1/(2-1) = 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654296"/>
            <a:ext cx="5440680" cy="402336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654296"/>
            <a:ext cx="544068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last_ppk=0.111 / last_oper=0.5 / last_eqp=1.0 / last_lot_cd=1.0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111496"/>
            <a:ext cx="5440680" cy="12161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60" b="0">
                <a:solidFill>
                  <a:srgbClr val="5C6670"/>
                </a:solidFill>
                <a:latin typeface="맑은 고딕"/>
              </a:rPr>
              <a:t>oper_guess는 lot_id로 원본 lots 테이블을 뒤져서 찾는다 — 못 찾으면 None → encode 결과 0.0으로 빠진다.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61872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스텝 보상은 아래 항의 합이며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±10 범위로 클리핑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됩니다. (Bulk-Fill 학습 기준 가중치)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3977639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보상 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783080"/>
            <a:ext cx="123444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783080"/>
            <a:ext cx="530352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의미 / 발생 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전환 패널티  w_conversion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2203704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2203704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LOT_CD·TEMP 전환(셋업 변경) 1회마다 부과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756916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회피가능 전환  w_avoidable_conversion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0600" y="2756916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−8.0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756916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다른 무전환 설비가 커버 가능한데도 전환 시 추가 부과(×회피가능비율)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310128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페이싱  w_pacing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3310128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310128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달성가능 상한 기준 선형 takt에 가까워지면 +, 과생산이면 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863339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동일 셋업 연속  w_same_setup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863339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3863339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직전과 제품·공정이 모두 같고 재공이 남아있을 때 +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416552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블록 크기 보너스  w_bulk_block_bonus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4416552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4416552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큰 블록으로 커밋할수록 + (takt예산 대비 블록 비율)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969764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전용 오용 패널티  w_dedication_misuse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4969764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4969764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더 전용적인 유휴 설비가 있는데 범용 설비가 그 버킷을 잡으면 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522976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중복 커버 패널티  w_redundant_cover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5522976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5522976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이미 다른 설비가 충분히 덮는 버킷을 또 잡으면 − (전환 유도)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222A33"/>
                </a:solidFill>
                <a:latin typeface="맑은 고딕"/>
              </a:rPr>
              <a:t>위 3개 벌크 전용 항(블록·전용오용·중복커버)은 Bulk-Fill 환경에서만 활성화되어 </a:t>
            </a:r>
            <a:r>
              <a:rPr sz="1180" b="1">
                <a:solidFill>
                  <a:srgbClr val="1B3255"/>
                </a:solidFill>
                <a:latin typeface="맑은 고딕"/>
              </a:rPr>
              <a:t>"큰 블록으로 전담"</a:t>
            </a:r>
            <a:r>
              <a:rPr sz="1180" b="0">
                <a:solidFill>
                  <a:srgbClr val="5C6670"/>
                </a:solidFill>
                <a:latin typeface="맑은 고딕"/>
              </a:rPr>
              <a:t> 행동을 유도합니다.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PLAN_PROD_ATTR_VAL,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PLAN_PROD_ATTR_VAL,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"PLAN_PROD_ATTR_VAL":"PPK001","OPER_ID":"OPER001",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21992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21992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21992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624328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97480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99816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172968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172968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75304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48456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48456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648456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050791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23944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23944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123944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526279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9431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599431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599431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7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074919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074919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074919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477255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50407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전용 오용  w_dedication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50407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더 전용 idle 설비가 있는데 범용이 선점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5550407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상세(쉬운 설명·수식·A/B·실측)로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직전과 제품(PPK)·공정(OPER)이 같으면 셋업 변경 없이 +1. 셋업을 이어 붙이라는 신호.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1[동일]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직전 PPK·OPER = 이번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비용을 피하고 같은 셋업으로 연속 가공하도록 유도.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takt 목표선(ideal)에 실제 진척(eff)이 가까워지면 +, 멀어지면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ideal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target·min(t,H)/H — 지금까지 만들어야 할 이상량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eff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done + 다른설비 cover — 실제+커버 진척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상한(재공 한도)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속도(takt)에 맞추되, 이미 다른 설비가 덮으면 pace 충족으로 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아직 만들어야 할 양(gap)이 줄면 +. 이미 다 만들었으면 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gap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max(target−done,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수량 달성을 직접 장려.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블록 시작 시 N캐리어 연속 처리를 약속(commit)하면 +. 연속 2번째 LOT에는 없음.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커밋 블록 크기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takt 예산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horizon 내 허용 캐리어 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w_bulk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한 설비·한 셋업으로 길게 밀어라 — Bulk-Fill 핵심.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LOT_CD/TEMP 셋업이 바뀌는 전환 1회마다 −10.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w_conv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−10.0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1[전환]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셋업 변경 발생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= 설비 가동 손실. 근본적으로 줄이게 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87568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굳이 이 설비에서 바꿀 필요 없었는데 전환하면 추가 −8×α.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α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0~1 회피가능 비율 (다른 설비 커버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다른 idle 설비에 맡기라는 신호.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다른 설비가 이미 충분히 덮는 제품을 또 잡으면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cover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다른 EQP horizon 투영 생산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need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잔여 필요량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3대가 같은 제품만 몰리는 lockstep 방지.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범용 설비가 전용 idle 설비도 할 수 있는 일을 가져가면 −4.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breadth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장비가 할 수 있는 제품 종류 수 — 작을수록 전용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전용 설비는 전용 제품에, 범용은 범용에.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(N=6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+5.66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(N=6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+8.49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4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+9.32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22.0→23.0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6 — 블록 연속 (LOT 2/6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60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5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+10.98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8·60/1320 = 0.36 · eff: 1.0→2.0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8 — 블록 연속 (LOT 3/6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7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3/6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3/6 · masked replay)</a:t>
            </a:r>
          </a:p>
        </p:txBody>
      </p:sp>
      <p:pic>
        <p:nvPicPr>
          <p:cNvPr id="42" name="Picture 41" descr="step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+12.64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8·120/1320 = 0.73 · eff: 2.0→3.0 (done=2, 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6→5 (done 2→3, target=8) · 1.0·(6−5)/8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need=6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57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58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59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