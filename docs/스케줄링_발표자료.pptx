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906차원 Box 벡터 입니다.  (O=3, P=10, K=5 기준 — 버킷 채널: PPK×OPER 10개 + PPK×OPER×MODEL 4개)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O×P×K×4 (버킷)  =  906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900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4채널(모델별): WIP비중·takt·urgency·달성가능·투영커버·소진시간 / ST·전환·공구·회피가능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4채널(모델별)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65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24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재공 쏠림 (전체 / 동일PPK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0.0857 / 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1067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2931067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2931067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상류/하류 요구 속도 (더 빠듯한 쪽)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2931067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0.0 / 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045821"/>
            <a:ext cx="65708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B07A2E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5045821"/>
            <a:ext cx="110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5045821"/>
            <a:ext cx="224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5045821"/>
            <a:ext cx="103212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283526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635985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ch6-7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283526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635985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wip_lot_cd / 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283526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635985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버킷 셋업(LOT_CD·TEMP)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283526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635985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1.0 /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398280"/>
            <a:ext cx="65708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B07A2E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5398280"/>
            <a:ext cx="110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5398280"/>
            <a:ext cx="224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5398280"/>
            <a:ext cx="103212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750739"/>
            <a:ext cx="65708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B07A2E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5750739"/>
            <a:ext cx="110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5750739"/>
            <a:ext cx="224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5750739"/>
            <a:ext cx="103212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88444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3988444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3988444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3988444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0903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4340903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4340903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4340903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93362"/>
            <a:ext cx="65708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2E6FB0"/>
                </a:solidFill>
                <a:latin typeface="맑은 고딕"/>
              </a:rPr>
              <a:t>ch12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03198"/>
            <a:ext cx="65708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1">
                <a:solidFill>
                  <a:srgbClr val="B07A2E"/>
                </a:solidFill>
                <a:latin typeface="맑은 고딕"/>
              </a:rPr>
              <a:t>ch13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4693362"/>
            <a:ext cx="110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03198"/>
            <a:ext cx="110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4693362"/>
            <a:ext cx="224000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03198"/>
            <a:ext cx="224000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0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4693362"/>
            <a:ext cx="1032120" cy="352459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03198"/>
            <a:ext cx="1032120" cy="352459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5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4채널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