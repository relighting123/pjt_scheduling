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3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906차원 Box 벡터 입니다.  (O=3, P=10, K=5 기준 — 버킷 채널: PPK×OPER 10개 + PPK×OPER×MODEL 4개)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O×P×K×4 (버킷)  =  906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900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4채널(모델별): WIP비중·takt·urgency·달성가능·투영커버·소진시간 / ST·전환·공구·회피가능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4채널(모델별)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5554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5554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5554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5554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13247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409404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13247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409404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13247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409404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13247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409404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86336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86336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86336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86336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96326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4020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51713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96326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24020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51713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96326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24020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51713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96326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24020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51713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794064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794064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794064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794064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70996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5070996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5070996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5070996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347928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347928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347928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347928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624860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624860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624860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624860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01792"/>
            <a:ext cx="78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78724"/>
            <a:ext cx="78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01792"/>
            <a:ext cx="110000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78724"/>
            <a:ext cx="110000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01792"/>
            <a:ext cx="211708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78724"/>
            <a:ext cx="211708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01792"/>
            <a:ext cx="1032120" cy="276932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78724"/>
            <a:ext cx="1032120" cy="276932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4채널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