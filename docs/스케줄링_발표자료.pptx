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1,964차원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F=13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O×P×K×13 (버킷)  +  4 (현재 설비)  +  4 (직전 맥락)  =  1,964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1,950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(OPER×PPK×MODEL) 격자 13채널: WIP비중·takt·ST·urgency·전환/공구·달성가능·투영커버·소진시간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51960"/>
            <a:ext cx="5166360" cy="38404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전환 필요 · 회피가능 α · 직전 PPK · 직전 OPER (same_setup 정렬)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251960"/>
            <a:ext cx="5166360" cy="384048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O×P×K×3])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(OPER×PPK×모델) 격자마다 13채널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57576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2957576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2957576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2957576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6543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336543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36543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336543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15512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3715512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3715512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3715512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94480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09448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094480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094480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473448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473448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473448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473448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52416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80160" y="4852416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31720" y="4852416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69080" y="4852416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231384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5231384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5231384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9080" y="5231384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10352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80160" y="5610352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starve_time_norm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31720" y="5610352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안전재공 소진 시간 (몇 시간 후 재공이 말라 안전재공이 사라지는지)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610352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버킷 (OPER × PPK × MODEL) 의사결정 흐름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0760" y="2807208"/>
            <a:ext cx="146304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상류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(prev_takt)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63524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46720" y="2743200"/>
            <a:ext cx="1645920" cy="6400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현재 버킷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(wip_비중 / urgency)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78408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95560" y="2807208"/>
            <a:ext cx="132588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하류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(post_takt)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[prev_lot_cd != lot_cd]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 의사결정 시 셋업 전환 케이스 (미니 간트차트)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80720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Case A. 무변환 배정 (연속 가공 → Setup 보너스 +1.0 대상)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081528"/>
            <a:ext cx="21945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66760" y="3200400"/>
            <a:ext cx="320040" cy="22860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78240" y="3081528"/>
            <a:ext cx="2194560" cy="457200"/>
          </a:xfrm>
          <a:prstGeom prst="rect">
            <a:avLst/>
          </a:prstGeom>
          <a:solidFill>
            <a:srgbClr val="2E6FB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81304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Case B. 전환 배정 (셋업 교체 발생 → Conversion 패널티 -10.0 부과)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087368"/>
            <a:ext cx="17373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20624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90956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83879" y="4087368"/>
            <a:ext cx="1280160" cy="457200"/>
          </a:xfrm>
          <a:prstGeom prst="rect">
            <a:avLst/>
          </a:prstGeom>
          <a:solidFill>
            <a:srgbClr val="C8861E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83879" y="4206240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Conversion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55548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829800" y="4087368"/>
            <a:ext cx="1554480" cy="457200"/>
          </a:xfrm>
          <a:prstGeom prst="rect">
            <a:avLst/>
          </a:prstGeom>
          <a:solidFill>
            <a:srgbClr val="4A6D8C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9800" y="4206240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818888"/>
            <a:ext cx="5440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4882896"/>
            <a:ext cx="52578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needs_conversion = 1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직전과 다음의 LOT_CD 또는 TEMP가 다른 경우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avoidable_frac (회피가능비율)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내 설비가 변환할 때, 동일 셋업을 이미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가진 다른 설비들이 시간 내에 이 재공을 다 처리할 수 있는 비율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Decision Steps 간의 Context (직전 맥락) 전이 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898648"/>
            <a:ext cx="2011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2898648"/>
            <a:ext cx="2011680" cy="36576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2962656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− 1 (직전)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3328415"/>
            <a:ext cx="1828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의사결정 결과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EQP002 설비에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PPK001 제품의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OPER001 공정을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LC01 셋업으로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배정 완료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183879" y="3858768"/>
            <a:ext cx="1325880" cy="36576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79" y="3419856"/>
            <a:ext cx="13258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인덱스 인코딩
(Context 피처)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2898648"/>
            <a:ext cx="1920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2898648"/>
            <a:ext cx="192024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2962656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(현재 결정)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328415"/>
            <a:ext cx="1737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수신 피처 (obs)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last_ppk (ctx[0])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last_oper (ctx[1])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last_eqp (ctx[2])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last_lot_cd (ctx[3])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→ 현재 의사결정의
  컨텍스트로 주입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321808"/>
            <a:ext cx="5440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5367528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의의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에이전트가 단일 설비의 상태뿐만 아니라, 직전 스텝의 라인 전역 스케줄링 결정 흐름을 학습에 반영할 수 있도록 돕습니다.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87468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4887468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78374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5278374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2356  group_global[0] = min(self.current_time / max(self.sim_end, 1),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2357  group_global[1] = min(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2358      max(self.soft_cutoff - self.current_time, 0) / max(self.soft_cutoff, 1), 1.0,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2359  )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soft_cutoff=480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takt_margin = min( max(480-120,0) / 480, 1 ) = min(360/480, 1) = 0.75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2323  initial_lot_count = max(len(data["lots"]),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2324  total_plan = max(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2325      sum(p["d0_plan_qty"] for p in data.get("plan", []) if p.get("d0_plan_qty", 0) &gt; 0),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2326      0,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2327  )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2360  group_global[2] = min(len(self.lot_pool) / initial_lot_count,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2361  produced = sum(self.stats["completed_qty"].values())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2362  if total_plan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2363      group_global[3] = min(produced / total_plan,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2364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2365      group_global[3] = min(produced / max(self._initial_wip_total, 1),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2366  conv_eqps =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2367  for eqp_id, eqp in self.eqps.items():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2368      rem = max(eqp.free_at - self.current_time,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2369      if rem &gt; 0 and eqp.status == "idle" and eqp.prev_lot_cd is not None: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2370          conv_eqps +=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2371  group_global[4] = conv_eqps / max(len(self.eqps),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2372  group_global[5] = min(self._tool_tracker.utilization(),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2159  for key, q in self.get_wip_waiting().items():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2160      ppk_w, op_w = key.split("|",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2161      wip_po[(ppk_w, op_w)] = wip_po.get((ppk_w, op_w),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2162      ppk_wip[ppk_w] = ppk_wip.get(ppk_w,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2163      total_wip +=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2164  total_wip = max(total_wip,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2221  wip_q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2222  ppk_total = max(ppk_wip.get(ppk, 0.0),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feats[oi, pi, vmis, 0] = wip_q / total_wip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1] = wip_q / ppk_total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2185  def eff_takt(ppk, op):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2189      lst = arranges_by.get((ppk,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2190      spw = (sum(s for _, s in lst) / len(lst)) if lst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2191      n = max(n_eqp_per_oper.get(op,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2192      cap_takt = (spw / n) if spw is not None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2193    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2194    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2195          q_plan = max(pm["d0_plan_qty"] - completed.get((ppk, op),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2196          demand_takt = T_avail / q_plan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2197          return max(demand_takt, cap_takt)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2198      return cap_takt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2232  ppk_fp = flow_prev.get(ppk,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2233  ppk_fpo = flow_post.get(ppk,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2234  prev_takt = eff_takt(ppk, ppk_fp.get(op)) / max_takt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2235  post_takt = eff_takt(ppk, ppk_fpo.get(op)) / max_takt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93395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8425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57116"/>
            <a:ext cx="5440680" cy="149504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2126  max_arrange_st = max(data.get("max_arrange_st", 1),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2266      st = st_per_wafer(ppk, op, model)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2269      valid_sts.append(float(st) if st is not None else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4] = vsts / max_arrange_st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2224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2225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2226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2227      gap = max(plan_qty - completed.get((ppk, op), 0),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2228      urgency = min(gap / T_avail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feats[oi, pi, vmis, 5] = urgency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2129  lot_cd_idx = data.get("lot_cd_idx",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2130  temp_idx = data.get("temp_idx",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2131  n_lc = max(len(lot_cd_idx),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2132  n_tp = max(len(temp_idx),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2253  lc, tp = self._bucket_lot_cd_temp(ppk,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2254  lc_enc = encode_normalized(lc or None, lot_cd_idx, n_lc)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2255  tp_enc = encode_normalized(tp or None, temp_idx, n_tp)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feats[oi, pi, vmis, 6] = lc_enc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feats[oi, pi, vmis, 7] = tp_enc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2144  current_eqp_model = eqp_model_map.get(current_eqp) if current_eqp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2205  curr_eqp_in_om: bool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2206      current_eqp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2207      and current_eqp_model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2208      and current_eqp in self._eqps_by_om.get((op, current_eqp_model), [])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2209  )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2306  if curr_eqp_in_om and current_mi &gt;= 0 and current_mi in valid_mis and lc: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2307      feats[oi, pi, current_mi, 8]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2308          1.0 if self._would_need_conversion(current_eqp, lc, tp)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2309      )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2310      feats[oi, pi, current_mi, 9]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2311          1.0 if not self._needs_tool_swap(current_eqp, lc, 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2312          or self._tool_tracker.can_assign(lc, current_eqp)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2313      )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2239  achievable_ratio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2240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2241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2242      done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2243      reachable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2244      seen = {op}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2245      prev_op = ppk_fp.get(op)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2246      while prev_op and prev_op not in seen: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2247          seen.add(prev_op)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2248          reachable += wip_po.get((ppk, prev_op),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2249          prev_op = ppk_fp.get(prev_op)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2250      achievable_ratio = min(min(plan_qty, done + reachable)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feats[oi, pi, vmis, 10] = achievable_ratio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achievable_ratio (ch10)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2277  # 채널 11: 투영 커버 비율 — 다른 장비(current_eqp 제외)가 이 버킷을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2278  # 하루 끝까지 덮는 양 / 남은 필요량. 1에 가까울수록 '이미 덮임' → 회피 유도.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done11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need11 = max(self._achievable_qty(ppk, op) - done11,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2281  cov11 = self._bucket_projected_cover(ppk, op, exclude_eqp=current_eqp)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feats[oi, pi, vmis, 11] = min(cov11 / need11, 2.0) /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08483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9933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projected_cover_ratio (ch11) = 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07992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# 채널 12: starve_time_normalized (재공 소진 시간)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2283  consume_rate = self._oper_capacity_per_min(ppk,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2284  supply_rate = self._oper_supply_rate(ppk,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if consume_rate &gt; supply_rate: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    net_rate = consume_rate - supply_rate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    starve_time = wip_q / net_rate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    starve_time_norm = min(starve_time / T_avail,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2289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2290      starve_time_norm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2291  feats[oi, pi, vmis, 12] = starve_time_norm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consume_rate: EQP001(M1) st=5, EQP002(M1) st=5, EQP003(M1) st=5 (가정) → 3 * (1/5) = 0.6 매/분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supply_rate: 선행 OPER001의 capa = EQP001(M1) st=2, EQP002(M1) st=2 → 2 * (1/2) = 1.0 매/분 (wip존재)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consume_rate(0.6) &lt;= supply_rate(1.0) → starve_time_norm = 1.0 (재공이 마르지 않음)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starve_time_norm (ch12)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공정(OPER002)은 공급 속도가 소비 속도보다 빨라 재공이 마르지 않기 때문에 소진 시간 비율이 최댓값인 1.0이 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2332  eqp_local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2333  current_eqp_id = self._current_eqp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if current_eqp_id and current_eqp_id in self.eqps: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    eqp_obj = self.eqps[current_eqp_id]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2336      eqp_local[2] = encode_normalized(eqp_obj.prev_prod,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2337      eqp_local[3] = encode_normalized(eqp_obj.prev_oper,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2342      max_avoidable =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2343      for flat in self.get_feasible_ppk_oper(current_eqp_id):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2346          if self._would_need_conversion(current_eqp_id, lc, tp):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2347              eqp_local[0]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EQP002.prev_prod=PPK002, prev_oper=OPER001 → prev_prod=0/(10-1)=0.0, prev_oper=0/(3-1)=0.0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 feasible 중 (PPK001,OPER002) 전환 필요 → eqp[0]=1.0, avoidable_frac=0.619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eqp[1]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avoidable_frac 상세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2348              av = self._conversion_avoidable_fraction(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2349                  current_eqp_id, ppk_f, oper_f, lc, tp,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2350              )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2352                  max_avoidable = av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2596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2374  context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2375  if self._last_assigned: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2376      la = self._last_assigned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2377      context[0] = encode_normalized(la.get("plan_prod_key"),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2380      oper_guess =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2381      for ld in data.get("lots", []):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2382          if ld["lot_id"] == la.get("lot_id"):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2383              oper_guess = ld.get("oper_id")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2384              break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2385      context[1] = encode_normalized(oper_guess,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2386      context[2] = encode_normalized(la.get("eqp_id"), eqp_idx, len(data["eqp_ids"]))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2387      context[3] = encode_normalized(la.get("lot_cd"), lot_cd_idx, max(len(lot_cd_idx), 1))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