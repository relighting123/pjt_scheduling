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1056차원 Box 벡터 입니다.  (O=3, P=10, K=5 기준 — 버킷 채널: PPK×OPER 10개 + PPK×OPER×MODEL 5개)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O×P×K×5 (버킷)  =  1056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1050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5채널(모델별): WIP비중·takt·urgency·달성가능·투영커버·소진시간 / ST·전환·공구·회피가능·셋업변경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O×P×K×5])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5채널(모델별)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707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3707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3707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3707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554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5401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09554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35401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09554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35401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09554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35401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248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361248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361248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361248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7095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12942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8789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87095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12942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38789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87095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12942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38789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87095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12942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38789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64636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464636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464636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464636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0483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490483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490483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490483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6330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516330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516330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516330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42177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542177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542177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542177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8024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3871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9718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68024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3871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9718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setup_changed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68024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3871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9718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PPK 또는 OPER가 직전과 다름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68024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3871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9718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5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3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변경(setup_changed)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[PPK 또는 OPER가 직전과 다름]  (연속 배정 여부)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5채널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-0.31 + 계획 달성 +0.14 + 블록 보너스 +3.00 + 전환 +0.00 + 회피가능 전환 +0.00 + 중복 커버 -0.00 + 전용 오용 +0.00  →  r = +2.83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(N=4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N=4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3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(N=4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+2.75   ·   누적 Σr = +5.58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5·0/1320 = 0.0 · eff: 0.0→1.0 (done=0, cover=0.0, wf=1) · 2.5·(0.0−1.0)/5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5→4 (done 0→1, target=5) · 1.0·(5−4)/5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min(4 / 4,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need=5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-0.50 + 계획 달성 +0.25 + 블록 보너스 +3.00 + 전환 +0.00 + 회피가능 전환 +0.00 + 중복 커버 -0.00 + 전용 오용 +0.00  →  r = +2.75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(N=9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N=9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8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(N=9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+2.86   ·   누적 Σr = +8.44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10·0/1320 = 0.0 · eff: 0.0→1.0 (done=0, cover=0.0, wf=1) · 2.5·(0.0−1.0)/10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10→9 (done 0→1, target=10) · 1.0·(10−9)/10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min(9 / 9,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need=10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-0.25 + 계획 달성 +0.11 + 블록 보너스 +3.00 + 전환 +0.00 + 회피가능 전환 +0.00 + 중복 커버 -0.00 + 전용 오용 +0.00  →  r = +2.86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5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+10.02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8·40/1320 = 0.24 · eff: 22.0→23.0 (done=1, cover=21.0, wf=1) · 2.5·(21.76−22.76)/8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-0.31 + 계획 달성 +0.14 + 블록 보너스 +0.00 + 전환 +0.00 + 회피가능 전환 +0.00 + 중복 커버 +0.00 + 전용 오용 +0.00  →  r = +0.83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9 — 블록 연속 (LOT 2/4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2/4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2/4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+0.75   ·   누적 Σr = +13.21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5·120/1320 = 0.45 · eff: 3.0→4.0 (done=3, cover=0.0, wf=1) · 2.5·(2.55−3.55)/5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2→1 (done 3→4, target=5) · 1.0·(2−1)/5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need=2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-0.50 + 계획 달성 +0.25 + 블록 보너스 +0.00 + 전환 +0.00 + 회피가능 전환 +0.00 + 중복 커버 +0.00 + 전용 오용 +0.00  →  r = +0.75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12 — 블록 연속 (LOT 2/9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180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0.435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2/9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2/9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+0.86   ·   누적 Σr = +4.88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10·180/1320 = 1.36 · eff: 2.0→3.0 (done=2, cover=0.0, wf=1) · 2.5·(0.64−1.64)/10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2→3, target=10) · 1.0·(8−7)/10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-0.25 + 계획 달성 +0.11 + 블록 보너스 +0.00 + 전환 +0.00 + 회피가능 전환 +0.00 + 중복 커버 +0.00 + 전용 오용 +0.00  →  r = +0.86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