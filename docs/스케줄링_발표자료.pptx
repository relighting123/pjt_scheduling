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2" r:id="rId33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3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906차원 Box 벡터 입니다.  (O=3, P=10, K=5 기준 — 버킷 채널: PPK×OPER 10개 + PPK×OPER×MODEL 4개)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/>
            </a:r>
            <a:r>
              <a:rPr sz="13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O×P×10 + O×P×K×4 (버킷)  =  906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900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(OPER×PPK) 10채널(모델 무관) + (OPER×PPK×MODEL) 4채널(모델별): WIP비중·takt·urgency·달성가능·투영커버·소진시간 / ST·전환·공구·회피가능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325112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2개 State 블록을 항목별 상세(채널 정의·실측 산출식 값)로 설명합니다. 버킷 채널이 전환 회피·페이싱 판단의 근거가 됩니다.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222A33"/>
                </a:solidFill>
                <a:latin typeface="맑은 고딕"/>
              </a:rPr>
              <a:t/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(OPER×PPK) 격자마다 10채널(모델 무관) + (OPER×PPK×MODEL) 격자마다 4채널(모델별)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8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0000" y="2212848"/>
            <a:ext cx="110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0000" y="2212848"/>
            <a:ext cx="2117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0000" y="2212848"/>
            <a:ext cx="1032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55540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578608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855540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578608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(팹 전체 대비)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855540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(동일 PPK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578608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0.0857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855540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132472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09404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132472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prev_takt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409404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132472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상류 공정 요구 속도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409404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하류 공정 요구 속도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132472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409404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86336"/>
            <a:ext cx="78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0000" y="3686336"/>
            <a:ext cx="110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0000" y="3686336"/>
            <a:ext cx="211708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모델별 per-wafer 처리시간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0000" y="3686336"/>
            <a:ext cx="103212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963268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240200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517132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3963268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plan_urgency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240200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wip_lot_cd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517132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wip_temp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3963268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계획 대비 시간 압박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240200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LOT_CD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517132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TEMP 인코딩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3963268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0.0023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240200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517132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794064"/>
            <a:ext cx="78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60000" y="4794064"/>
            <a:ext cx="110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000" y="4794064"/>
            <a:ext cx="211708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셋업 변경 필요 여부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00000" y="4794064"/>
            <a:ext cx="103212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70996"/>
            <a:ext cx="78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60000" y="5070996"/>
            <a:ext cx="110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60000" y="5070996"/>
            <a:ext cx="211708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공구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00000" y="5070996"/>
            <a:ext cx="103212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347928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60000" y="5347928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60000" y="5347928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달성가능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0000" y="5347928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624860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60000" y="5624860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60000" y="5624860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중복 커버 신호 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00000" y="5624860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0.72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01792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6178724"/>
            <a:ext cx="78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901792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starve_time_norm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6178724"/>
            <a:ext cx="110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avoidable_frac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901792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안전재공 소진까지 남은 시간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6178724"/>
            <a:ext cx="211708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전환 회피 가능 정도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901792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6178724"/>
            <a:ext cx="103212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0.619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3255"/>
                </a:solidFill>
                <a:latin typeface="맑은 고딕"/>
              </a:rPr>
              <a:t>현재 설비 → Feasible 버킷 필터링 → State 채널 계산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[lot_cd 또는 temp 상이]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회피가능 전환(avoidable_frac)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conversion_avoidable_fraction(현재 EQP, 이 버킷)  (needs_conversion=1일 때만)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80760" y="2692616"/>
            <a:ext cx="1300000" cy="650000"/>
          </a:xfrm>
          <a:prstGeom prst="round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현재 설비</a:t>
            </a:r>
            <a:br/>
            <a:r>
              <a:rPr sz="1050" b="1">
                <a:solidFill>
                  <a:srgbClr val="FFFFFF"/>
                </a:solidFill>
              </a:rPr>
              <a:t>(current_eqp)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740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670760" y="2692616"/>
            <a:ext cx="1650000" cy="650000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Feasible 버킷 필터링</a:t>
            </a:r>
            <a:br/>
            <a:r>
              <a:rPr sz="1000" b="1">
                <a:solidFill>
                  <a:srgbClr val="FFFFFF"/>
                </a:solidFill>
              </a:rPr>
              <a:t>(가능한 PPK,OPER,MODEL 조합만)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934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610760" y="2692616"/>
            <a:ext cx="2050000" cy="315000"/>
          </a:xfrm>
          <a:prstGeom prst="roundRect">
            <a:avLst/>
          </a:prstGeom>
          <a:solidFill>
            <a:srgbClr val="DEEAF6"/>
          </a:solidFill>
          <a:ln w="95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2E6FB0"/>
                </a:solidFill>
              </a:rPr>
              <a:t>PPK×OPER 10채널 (모델 무관)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10760" y="3027616"/>
            <a:ext cx="2050000" cy="315000"/>
          </a:xfrm>
          <a:prstGeom prst="roundRect">
            <a:avLst/>
          </a:prstGeom>
          <a:solidFill>
            <a:srgbClr val="F3E8D6"/>
          </a:solidFill>
          <a:ln w="9525">
            <a:solidFill>
              <a:srgbClr val="B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B07A2E"/>
                </a:solidFill>
              </a:rPr>
              <a:t>PPK×OPER×MODEL 4채널 (모델별)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3372616"/>
            <a:ext cx="544068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222A33"/>
                </a:solidFill>
              </a:rPr>
              <a:t>현재 idle 설비 기준으로 feasible한 (PPK,OPER,MODEL) 버킷만 골라, 그 버킷들에 대해 State 채널을 계산합니다.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1[현재 EQP에서 이 버킷 LOT_CD/TEMP로 전환 필요]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conversion_avoidable_fraction(현재 EQP, 이 버킷)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4978908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(clip 발동)  t=500분(&gt; sim_end=480)이면 time_norm=min(500/480,1)=1.0으로 saturate — min()이 왜 필요한지 보여주는 경계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지금(t=120분) — 초반, 재공 풀 여유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25장 남음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15장 배정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remaining_lots = 25/40 = 0.625  (풀 62.5% 남음)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min(len(lot_pool)/initial_lot_count, 1) = min(25/40,1)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하루 막바지(t=440분), 풀 고갈 임박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3장 남음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37장 배정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remaining_lots = 3/40 = 0.075  (풀 92.5% 소진)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같은 산식이라도 시각(t)에 따라 0.625→0.075로 계속 줄어드는 '소진형' 지표임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EQP002가 idle인데 free_at=150(t=120보다 뒤, 아직 전환 buffer 중)이면 rem=30&gt;0 → conv_eqps=1 → conv_idle_ratio=1/3=0.33 (전환대기 잡힘).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이 버킷에 재공이 전혀 없다면(wip_q=0) ch0=ch1=0.0 — '분모가 다르다'는 특징이 사라지고 둘 다 0으로 겹치는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OPER002 — 수요가 설비능력보다 빠듯함(수요-병목)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demand_takt(7.2) &gt; cap_takt(1.67) → 수요가 더 빠듯 → eff_takt=7.2 채택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eff_takt=max(demand_takt,cap_takt)·wf_unit ; post_takt=eff_takt/360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계획이 널널해 설비능력이 병목(설비-병목)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0.3분/carrier(가정)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demand_takt(0.3) &lt; cap_takt(1.67) → 설비능력이 병목 → eff_takt=1.67 채택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q_plan이 아주 크면(예:1200장) demand_takt=360/1200=0.3으로 역전됨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가장 빠른 공정(OPER001, st=2분/장) 기준이면 self_st=2/5=0.4 — 1.0(최댓값)이 아니라 여유 있는 공정의 낮은 값도 존재.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마감이 임박해 T_avail=30분이면 같은 gap=50이어도 urgency=min((50/30)/60,1)=0.0278로 12배 뜀 — 시간이 급할수록 값이 커짐.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TEMP 조건이 있는 공정이라면(temp_idx={T1:0,T2:1}) tp_enc=encode('T2')=1/(2-1)=1.0 — ch7=0.0은 'TEMP 미사용'일 때만 나오는 특수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current_eqp의 prev_lot_cd가 이 버킷과 이미 같다면(A=A) would_need_conversion=False → needs_conversion=0.0 (전환 없이 바로 배정 가능).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상류(OPER001) 재공 140장 — 넉넉함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140장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done10+reachable155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achievable_ratio = min(60,165)/60 = 1.0  (계획 전량 달성 가능)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achievable_ratio = min(plan_qty, done+reachable)/plan_qty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상류 재공이 20장뿐이라면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20장(가정)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done10+reachable35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achievable_ratio = min(60,45)/60 = 0.75  (상류 부족으로 75% 상한 캡)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상류가 못 따라오면 achievable_ratio&lt;1 → 이 버킷에 더 배정해도 소용없다는 신호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다른 설비(EQP003)가 이미 이 버킷을 덮는 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EQP003: 72장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min(72/50,2)/2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projected_cover_ratio = 0.72  (이미 덮임 → 지금 설비는 회피 권장)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min(cov/need,2)/2 — 1에 가까울수록 '중복 배정' 위험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커버 중인 다른 설비가 전혀 없다면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0장(가정)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min(0/50,2)/2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projected_cover_ratio = 0.0  (아무도 안 덮음 → 지금 배정이 안전)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cov=0이면 비율도 0 — 회피 신호 없이 바로 배정해도 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실제 MINI-A — 공급(1.0)이 소비(0.6)보다 빠름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1.0매/분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안 마름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0.6매/분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supply≥consume → starve_time_norm = 1.0  (소진 없음, 안전)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consume≤supply 이면 재공이 계속 채워지므로 else 분기(=1.0) 적용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소비(1.0)가 공급(0.6)보다 빠르면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0.6매/분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37.5분 후 0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1.0매/분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net=0.4/분 → starve_time=15/0.4=37.5분 → norm=min(37.5/360,1)=0.10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consume&gt;supply 이면 net_rate로 재공이 줄어 T_avail 내 소진 위험(0에 가까움=위험)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ch13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avoidable_frac(ch13) 상세   (simulation/simulator.py)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avoidable_frac (ch13)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대체 가능한 다른 설비가 전혀 없다면(alt_cap=0) coverage_frac=0 — α는 short_run_frac만으로 결정되고, 짧게 돌고 끝나는 상황이면 α가 1.0까지 치솟아 '회피 불가능한 전환'이 됨.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-0.31 + 계획 달성 +0.14 + 블록 보너스 +3.00 + 전환 +0.00 + 회피가능 전환 +0.00 + 중복 커버 -0.00 + 전용 오용 +0.00  →  r = +2.83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(N=4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N=4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3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(N=4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+2.75   ·   누적 Σr = +5.58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5·0/1320 = 0.0 · eff: 0.0→1.0 (done=0, cover=0.0, wf=1) · 2.5·(0.0−1.0)/5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5→4 (done 0→1, target=5) · 1.0·(5−4)/5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min(4 / 4,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need=5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-0.50 + 계획 달성 +0.25 + 블록 보너스 +3.00 + 전환 +0.00 + 회피가능 전환 +0.00 + 중복 커버 -0.00 + 전용 오용 +0.00  →  r = +2.75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(N=9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N=9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8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(N=9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+2.86   ·   누적 Σr = +8.44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10·0/1320 = 0.0 · eff: 0.0→1.0 (done=0, cover=0.0, wf=1) · 2.5·(0.0−1.0)/10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10→9 (done 0→1, target=10) · 1.0·(10−9)/10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min(9 / 9,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need=10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-0.25 + 계획 달성 +0.11 + 블록 보너스 +3.00 + 전환 +0.00 + 회피가능 전환 +0.00 + 중복 커버 -0.00 + 전용 오용 +0.00  →  r = +2.86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5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+10.02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8·40/1320 = 0.24 · eff: 22.0→23.0 (done=1, cover=21.0, wf=1) · 2.5·(21.76−22.76)/8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-0.31 + 계획 달성 +0.14 + 블록 보너스 +0.00 + 전환 +0.00 + 회피가능 전환 +0.00 + 중복 커버 +0.00 + 전용 오용 +0.00  →  r = +0.83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9 — 블록 연속 (LOT 2/4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34.8%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0.348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2/4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2/4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+0.75   ·   누적 Σr = +13.21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5·120/1320 = 0.45 · eff: 3.0→4.0 (done=3, cover=0.0, wf=1) · 2.5·(2.55−3.55)/5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2→1 (done 3→4, target=5) · 1.0·(2−1)/5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need=2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-0.50 + 계획 달성 +0.25 + 블록 보너스 +0.00 + 전환 +0.00 + 회피가능 전환 +0.00 + 중복 커버 +0.00 + 전용 오용 +0.00  →  r = +0.75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12 — 블록 연속 (LOT 2/9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180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0.435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2/9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2/9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+0.86   ·   누적 Σr = +4.88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10·180/1320 = 1.36 · eff: 2.0→3.0 (done=2, cover=0.0, wf=1) · 2.5·(0.64−1.64)/10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2→3, target=10) · 1.0·(8−7)/10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-0.25 + 계획 달성 +0.11 + 블록 보너스 +0.00 + 전환 +0.00 + 회피가능 전환 +0.00 + 중복 커버 +0.00 + 전용 오용 +0.00  →  r = +0.86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