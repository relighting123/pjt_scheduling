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906차원 Box 벡터 입니다.  (O=3, P=10, K=5 기준 — 버킷 채널: PPK×OPER 10개 + PPK×OPER×MODEL 4개)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O×P×K×4 (버킷)  =  906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900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4채널(모델별): WIP비중·takt·urgency·달성가능·투영커버·소진시간 / ST·전환·공구·회피가능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4채널(모델별)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5554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5554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5554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5554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13247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09404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13247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409404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13247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409404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13247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409404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8633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state4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8633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8633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8633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96326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4020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51713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96326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24020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51713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96326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24020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51713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96326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24020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51713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79406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state8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79406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79406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79406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7099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state9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507099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507099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507099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792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34792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34792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34792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2486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62486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62486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62486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0179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state12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7872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state13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0179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7872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0179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7872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0179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7872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4채널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