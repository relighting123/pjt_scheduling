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57576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2957576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957576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6543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36543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336543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5512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715512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715512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9448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09448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09448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473448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473448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473448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52416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8016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31720" y="4852416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4852416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31384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5231384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5231384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10352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610352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610352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버킷 (OPER × PPK × MODEL) 의사결정 흐름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2807208"/>
            <a:ext cx="146304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상류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(prev_takt)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63524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46720" y="2743200"/>
            <a:ext cx="1645920" cy="6400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현재 버킷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(wip_비중 / urgency)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78408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95560" y="2807208"/>
            <a:ext cx="132588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하류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(post_takt)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[prev_lot_cd != lot_cd]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 의사결정 시 셋업 전환 케이스 (미니 간트차트)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80720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Case A. 무변환 배정 (연속 가공 → Setup 보너스 +1.0 대상)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081528"/>
            <a:ext cx="21945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66760" y="3200400"/>
            <a:ext cx="320040" cy="22860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3081528"/>
            <a:ext cx="2194560" cy="457200"/>
          </a:xfrm>
          <a:prstGeom prst="rect">
            <a:avLst/>
          </a:prstGeom>
          <a:solidFill>
            <a:srgbClr val="2E6FB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81304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Case B. 전환 배정 (셋업 교체 발생 → Conversion 패널티 -10.0 부과)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087368"/>
            <a:ext cx="17373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20624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90956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83879" y="4087368"/>
            <a:ext cx="1280160" cy="457200"/>
          </a:xfrm>
          <a:prstGeom prst="rect">
            <a:avLst/>
          </a:prstGeom>
          <a:solidFill>
            <a:srgbClr val="C8861E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206240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Conversion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55548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29800" y="4087368"/>
            <a:ext cx="1554480" cy="457200"/>
          </a:xfrm>
          <a:prstGeom prst="rect">
            <a:avLst/>
          </a:prstGeom>
          <a:solidFill>
            <a:srgbClr val="4A6D8C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20624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818888"/>
            <a:ext cx="5440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4882896"/>
            <a:ext cx="52578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needs_conversion = 1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직전과 다음의 LOT_CD 또는 TEMP가 다른 경우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avoidable_frac (회피가능비율)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내 설비가 변환할 때, 동일 셋업을 이미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가진 다른 설비들이 시간 내에 이 재공을 다 처리할 수 있는 비율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Decision Steps 간의 Context (직전 맥락) 전이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898648"/>
            <a:ext cx="2011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898648"/>
            <a:ext cx="2011680" cy="36576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9626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− 1 (직전)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3328415"/>
            <a:ext cx="1828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의사결정 결과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EQP002 설비에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PPK001 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OPER001 공정을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LC01 셋업으로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배정 완료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183879" y="3858768"/>
            <a:ext cx="1325880" cy="36576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3419856"/>
            <a:ext cx="13258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인덱스 인코딩
(Context 피처)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2898648"/>
            <a:ext cx="1920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2898648"/>
            <a:ext cx="192024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2962656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(현재 결정)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328415"/>
            <a:ext cx="1737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수신 피처 (obs)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last_ppk (ctx[0])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last_oper (ctx[1])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last_eqp (ctx[2])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last_lot_cd (ctx[3])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→ 현재 의사결정의
  컨텍스트로 주입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321808"/>
            <a:ext cx="5440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367528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의의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에이전트가 단일 설비의 상태뿐만 아니라, 직전 스텝의 라인 전역 스케줄링 결정 흐름을 학습에 반영할 수 있도록 돕습니다.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입력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current_time=120, sim_end=480, soft_cutoff=480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min(120/480, 1) = 0.25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min(max(480-120,0)/480, 1) = 0.75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입력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lot_pool=25, initial_lot_count=40
produced=10, total_plan=60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remaining_lots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min(25/40, 1) = 0.625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plan_progress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min(10/60, 1) = 0.1667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설비 순회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각 설비의 status·free_at·prev_lot_cd 확인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조건 판정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rem=max(free_at-t,0)&gt;0 &amp; idle &amp; prev_lot_cd존재 → 카운트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conv_eqps/n_eqp = 0/3 = 0.0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tool_tracker.utilization() = 0.4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 집계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(ppk,op)별 wip_po, ppk별 ppk_wip, 전체 total_wip 누적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분모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total_wip=175, ppk_total(PPK001)=155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wip_q/total_wip = 15/175 = 0.0857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wip_q/ppk_total = 15/155 = 0.0968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8425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eff_takt 정의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cap_takt(설비capa)와 demand_takt(계획요구) 중 max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인접 공정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eff_takt(OPER001)=1 / eff_takt(OPER002)=7.2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정규화 기준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max_takt = T_avail×wf_unit = 360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prev/post_takt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인접 공정 eff_takt / max_takt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가공 속도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st_per_wafer(PPK001,OPER002,M1) = 5분/장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정규화 기준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max_arrange_st = 전체 (ppk,op,model) 중 최댓값 = 5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5 / 5 = 1.0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잔여량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plan_qty=60, completed=10 → gap=50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시간 압박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 (gap/T_avail) / plan_qty, 1 )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min((50/360)/60, 1) = 0.0023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버킷 속성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lc="A", tp=None (이 버킷의 셋업 코드)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lot_cd 인코딩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n_lc=2 → encode(A) = 1/(2-1) = 1.0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temp 인코딩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n_tp=1(미사용) → encode(None) = 0.0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소속 판정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current_eqp가 (op,model) 그룹에 속하는지 확인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필요 판정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would_need_conversion(EQP002,"A",None) = True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ch8 = 1.0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공구 배정 판정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not needs_tool_swap 또는 can_assign → ch9 = 1.0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도달 가능량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reachable = 자기WIP(15) + 상류WIP(140) = 155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상한 계산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min(plan_qty, done+reachable) = min(60,165) = 60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achievable_ratio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min(60/60, 1) = 1.0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9933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필요량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need = max(achievable_qty-done, 1) = max(60-10,1) = 50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타 설비 탐색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동일 세팅(prev_prod/oper 일치) 설비 탐색 → EQP003 매칭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커버량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EQP003 기여 = remaining/st = 360/5 = 72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min(72/50, 2)/2 = 0.72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consume_rate: EQP001(M1) st=5, EQP002(M1) st=5, EQP003(M1) st=5 (가정) → 3 * (1/5) = 0.6 매/분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supply_rate: 선행 OPER001의 capa = EQP001(M1) st=2, EQP002(M1) st=2 → 2 * (1/2) = 1.0 매/분 (wip존재)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consume_rate(0.6) &lt;= supply_rate(1.0) → starve_time_norm = 1.0 (재공이 마르지 않음)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starve_time_norm (ch12)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공정(OPER002)은 공급 속도가 소비 속도보다 빨라 재공이 마르지 않기 때문에 소진 시간 비율이 최댓값인 1.0이 된다.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소비 속도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consume_rate = Σ(1/st) 현재공정 설비 = 3×(1/5) = 0.6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307080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공급 속도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supply_rate = Σ(1/st) 선행공정 설비 = 2×(1/2) = 1.0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4611624"/>
            <a:ext cx="4608576" cy="1057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비교·결과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consume(0.6) ≤ supply(1.0) → starve_time_norm = 1.0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EQP002.prev_prod=PPK002, prev_oper=OPER001 → prev_prod=0/(10-1)=0.0, prev_oper=0/(3-1)=0.0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 feasible 중 (PPK001,OPER002) 전환 필요 → eqp[0]=1.0, avoidable_frac=0.619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직전 배정 인코딩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prev_prod=PPK002→0.0, prev_oper=OPER001→0.0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feasible 순회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(PPK001,OPER002) 조합에서 전환 필요 발견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eqp[0] = 1.0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avoidable_frac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최댓값 갱신 → eqp[1] = 0.619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2596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수요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demand = 세팅A 공유 ready WIP = 140+15 = 155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785262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대체 capa 산출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alt_cap = EQP001(80) + EQP003(16) = 96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567988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coverage_frac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min(96/155, 1) = 0.619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350715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short_run_frac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여유 충분 → 0</a:t>
            </a:r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5133441"/>
            <a:ext cx="4608576" cy="535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α (avoidable_frac)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max(0.619, 0) = 0.619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2002536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직전 배정 조회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last_assigned = {PPK001, LOT099, EQP003, "A"}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oper 역추적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lot_id로 lots 테이블 조회 → OPER002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3959351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last_ppk / last_oper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encode_normalized → 0.111 / 0.5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4937759"/>
            <a:ext cx="460857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last_eqp / last_lot_cd</a:t>
            </a:r>
          </a:p>
          <a:p>
            <a:pPr algn="l"/>
            <a:r>
              <a:rPr sz="830" b="0">
                <a:solidFill>
                  <a:srgbClr val="5C6670"/>
                </a:solidFill>
                <a:latin typeface="Consolas"/>
              </a:rPr>
              <a:t>encode_normalized → 1.0 / 1.0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